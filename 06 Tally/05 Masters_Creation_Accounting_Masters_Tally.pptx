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8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7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8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5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5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1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6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76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48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95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17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20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52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3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2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MASTERS CREATION – ACCOUNTING MASTERS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Master creation is the foundation of accounting in Tally.</a:t>
            </a:r>
          </a:p>
          <a:p>
            <a:r>
              <a:rPr dirty="0"/>
              <a:t>Before entering any vouchers, we must create masters.</a:t>
            </a:r>
          </a:p>
          <a:p>
            <a:r>
              <a:rPr dirty="0"/>
              <a:t>Without masters, transactions cannot be recorded.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Masters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masters mainly include Groups and Ledgers.</a:t>
            </a:r>
          </a:p>
          <a:p>
            <a:r>
              <a:t>These masters help in organizing accounting data properly.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Groups are classifications of similar accounts.</a:t>
            </a:r>
          </a:p>
          <a:p>
            <a:r>
              <a:t>They help us to organize accounts systematically.</a:t>
            </a:r>
          </a:p>
          <a:p>
            <a:r>
              <a:t>Every ledger must belong to a group.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Importance of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Groups help in report generation.</a:t>
            </a:r>
          </a:p>
          <a:p>
            <a:r>
              <a:rPr dirty="0"/>
              <a:t>They decide whether balances in Profit &amp; Loss or Balance Sheet.</a:t>
            </a:r>
          </a:p>
          <a:p>
            <a:r>
              <a:rPr dirty="0"/>
              <a:t>They control accounting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Groups in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Tally provides default groups automatically.</a:t>
            </a:r>
          </a:p>
          <a:p>
            <a:r>
              <a:t>These groups are created when a company is created.</a:t>
            </a:r>
          </a:p>
          <a:p>
            <a:r>
              <a:t>We can use them directly without creating new 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of Default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Capital Account</a:t>
            </a:r>
          </a:p>
          <a:p>
            <a:r>
              <a:rPr dirty="0"/>
              <a:t>Current Assets</a:t>
            </a:r>
          </a:p>
          <a:p>
            <a:r>
              <a:rPr dirty="0"/>
              <a:t>Current Liabilities</a:t>
            </a:r>
          </a:p>
          <a:p>
            <a:r>
              <a:rPr dirty="0"/>
              <a:t>Direct Expenses</a:t>
            </a:r>
          </a:p>
          <a:p>
            <a:r>
              <a:rPr dirty="0"/>
              <a:t>Indirect Expenses</a:t>
            </a:r>
          </a:p>
          <a:p>
            <a:r>
              <a:rPr dirty="0"/>
              <a:t>Direct Income</a:t>
            </a:r>
          </a:p>
          <a:p>
            <a:r>
              <a:rPr dirty="0"/>
              <a:t>Indirect Income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Groups in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Capital Account</a:t>
            </a:r>
          </a:p>
          <a:p>
            <a:r>
              <a:rPr dirty="0"/>
              <a:t>Loans (Liability)</a:t>
            </a:r>
          </a:p>
          <a:p>
            <a:r>
              <a:rPr dirty="0"/>
              <a:t>Current Assets</a:t>
            </a:r>
          </a:p>
          <a:p>
            <a:r>
              <a:rPr dirty="0"/>
              <a:t>Current Liabilities</a:t>
            </a:r>
          </a:p>
          <a:p>
            <a:r>
              <a:rPr dirty="0"/>
              <a:t>Purchase Account</a:t>
            </a:r>
          </a:p>
          <a:p>
            <a:r>
              <a:rPr dirty="0"/>
              <a:t>Sales Account</a:t>
            </a:r>
          </a:p>
          <a:p>
            <a:r>
              <a:rPr dirty="0"/>
              <a:t>Direct Expenses</a:t>
            </a:r>
          </a:p>
          <a:p>
            <a:r>
              <a:rPr dirty="0"/>
              <a:t>Indirect Expenses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Group means creating a new group based on business needs.</a:t>
            </a:r>
          </a:p>
          <a:p>
            <a:r>
              <a:t>We create groups when default groups are not sufficient.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Group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Group.</a:t>
            </a:r>
          </a:p>
          <a:p>
            <a:r>
              <a:t>Enter group name.</a:t>
            </a:r>
          </a:p>
          <a:p>
            <a:r>
              <a:t>Select Under group.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Create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Name: Office Expenses</a:t>
            </a:r>
          </a:p>
          <a:p>
            <a:r>
              <a:t>Under Group: Indirect Expenses</a:t>
            </a:r>
          </a:p>
          <a:p>
            <a:r>
              <a:t>Now office-related expenses can be recorded.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 Group is used to modify existing group details.</a:t>
            </a:r>
          </a:p>
          <a:p>
            <a:r>
              <a:t>We can change group name or parent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 Group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Gateway of Tally.</a:t>
            </a:r>
          </a:p>
          <a:p>
            <a:r>
              <a:t>Select Alter.</a:t>
            </a:r>
          </a:p>
          <a:p>
            <a:r>
              <a:t>Choose Group.</a:t>
            </a:r>
          </a:p>
          <a:p>
            <a:r>
              <a:t>Select the required group.</a:t>
            </a:r>
          </a:p>
          <a:p>
            <a:r>
              <a:t>Make changes and press Ctrl +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Group removes a group permanently.</a:t>
            </a:r>
          </a:p>
          <a:p>
            <a:r>
              <a:t>Group can be deleted only if no ledger exists under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Group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Alter Group.</a:t>
            </a:r>
          </a:p>
          <a:p>
            <a:r>
              <a:t>Select the group.</a:t>
            </a:r>
          </a:p>
          <a:p>
            <a:r>
              <a:t>Press Alt + D.</a:t>
            </a:r>
          </a:p>
          <a:p>
            <a:r>
              <a:t>Confirm deletion.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Ledgers?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Ledger is an individual account in Tally.</a:t>
            </a:r>
          </a:p>
          <a:p>
            <a:r>
              <a:t>All business transactions are recorded through ledgers.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Cash</a:t>
            </a:r>
          </a:p>
          <a:p>
            <a:r>
              <a:t>Bank</a:t>
            </a:r>
          </a:p>
          <a:p>
            <a:r>
              <a:t>Salary</a:t>
            </a:r>
          </a:p>
          <a:p>
            <a:r>
              <a:t>Rent</a:t>
            </a:r>
          </a:p>
          <a:p>
            <a:r>
              <a:t>Sales</a:t>
            </a:r>
          </a:p>
          <a:p>
            <a:r>
              <a:t>Purchase</a:t>
            </a:r>
          </a:p>
          <a:p>
            <a:r>
              <a:t>Customer and Supplier accounts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vouchers affect ledger balances.</a:t>
            </a:r>
          </a:p>
          <a:p>
            <a:r>
              <a:t>Final accounts depend on ledger data.</a:t>
            </a:r>
          </a:p>
          <a:p>
            <a:r>
              <a:t>Without ledgers, accounting is not possible.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Ledgers</a:t>
            </a:r>
          </a:p>
          <a:p>
            <a:r>
              <a:t>Real Ledgers</a:t>
            </a:r>
          </a:p>
          <a:p>
            <a:r>
              <a:t>Nominal Ledgers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ledgers relate to persons or organizations.</a:t>
            </a:r>
          </a:p>
          <a:p>
            <a:r>
              <a:t>Examples: Customers, Suppliers, Bank accounts.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 ledgers relate to assets and properties.</a:t>
            </a:r>
          </a:p>
          <a:p>
            <a:r>
              <a:rPr dirty="0"/>
              <a:t>Examples: Cash, Furniture, Machinery, Building.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Ledgers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Nominal ledgers relate to income and expenses.</a:t>
            </a:r>
          </a:p>
          <a:p>
            <a:r>
              <a:t>Examples: Rent, Salary, Electricity Charges.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Ledger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Go to Gateway of Tally.</a:t>
            </a:r>
          </a:p>
          <a:p>
            <a:r>
              <a:t>Select Create.</a:t>
            </a:r>
          </a:p>
          <a:p>
            <a:r>
              <a:t>Choose Ledger.</a:t>
            </a:r>
          </a:p>
          <a:p>
            <a:r>
              <a:t>Enter ledger name.</a:t>
            </a:r>
          </a:p>
          <a:p>
            <a:r>
              <a:t>Select group.</a:t>
            </a:r>
          </a:p>
          <a:p>
            <a:r>
              <a:t>Enter opening balance if any.</a:t>
            </a:r>
          </a:p>
          <a:p>
            <a:r>
              <a:t>Press Ctrl + A to save.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Create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Ledger Name: Rent</a:t>
            </a:r>
          </a:p>
          <a:p>
            <a:r>
              <a:t>Under Group: Indirect Expenses</a:t>
            </a:r>
          </a:p>
          <a:p>
            <a:r>
              <a:t>Ledger is ready for voucher entry.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Alter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Alter Ledger is used to modify ledger details.</a:t>
            </a:r>
          </a:p>
          <a:p>
            <a:r>
              <a:rPr dirty="0"/>
              <a:t>We can change name, group, or opening balance.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Ledger removes a ledger permanently.</a:t>
            </a:r>
          </a:p>
          <a:p>
            <a:r>
              <a:t>Ledger can be deleted only if no vouchers are entered.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Order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create Groups.</a:t>
            </a:r>
          </a:p>
          <a:p>
            <a:r>
              <a:t>Then create Ledgers.</a:t>
            </a:r>
          </a:p>
          <a:p>
            <a:r>
              <a:t>Finally enter Vouchers.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Masters are the foundation of Tally.</a:t>
            </a:r>
          </a:p>
          <a:p>
            <a:r>
              <a:t>Groups classify accounts.</a:t>
            </a:r>
          </a:p>
          <a:p>
            <a:r>
              <a:t>Ledgers record transactions.</a:t>
            </a:r>
          </a:p>
          <a:p>
            <a:r>
              <a:t>Correct masters ensure correct reports.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129</TotalTime>
  <Words>611</Words>
  <Application>Microsoft Office PowerPoint</Application>
  <PresentationFormat>Widescreen</PresentationFormat>
  <Paragraphs>122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Corbel</vt:lpstr>
      <vt:lpstr>Parallax</vt:lpstr>
      <vt:lpstr>MASTERS CREATION – ACCOUNTING MASTERS</vt:lpstr>
      <vt:lpstr>Accounting Masters</vt:lpstr>
      <vt:lpstr>What are Groups?</vt:lpstr>
      <vt:lpstr>Importance of Groups</vt:lpstr>
      <vt:lpstr>Default Groups in Tally</vt:lpstr>
      <vt:lpstr>Examples of Default Groups</vt:lpstr>
      <vt:lpstr>Primary Groups in Tally</vt:lpstr>
      <vt:lpstr>Create Group</vt:lpstr>
      <vt:lpstr>Create Group – Step by Step</vt:lpstr>
      <vt:lpstr>Example – Create Group</vt:lpstr>
      <vt:lpstr>Alter Group</vt:lpstr>
      <vt:lpstr>Alter Group – Step by Step</vt:lpstr>
      <vt:lpstr>Delete Group</vt:lpstr>
      <vt:lpstr>Delete Group – Step by Step</vt:lpstr>
      <vt:lpstr>What are Ledgers?</vt:lpstr>
      <vt:lpstr>Examples of Ledgers</vt:lpstr>
      <vt:lpstr>Importance of Ledgers</vt:lpstr>
      <vt:lpstr>Types of Ledgers</vt:lpstr>
      <vt:lpstr>Personal Ledgers</vt:lpstr>
      <vt:lpstr>Real Ledgers</vt:lpstr>
      <vt:lpstr>Nominal Ledgers</vt:lpstr>
      <vt:lpstr>Create Ledger – Step by Step</vt:lpstr>
      <vt:lpstr>Example – Create Ledger</vt:lpstr>
      <vt:lpstr>Alter Ledger</vt:lpstr>
      <vt:lpstr>Delete Ledger</vt:lpstr>
      <vt:lpstr>Correct Order of Accounting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3</cp:revision>
  <dcterms:created xsi:type="dcterms:W3CDTF">2013-01-27T09:14:16Z</dcterms:created>
  <dcterms:modified xsi:type="dcterms:W3CDTF">2025-12-25T08:32:26Z</dcterms:modified>
  <cp:category/>
</cp:coreProperties>
</file>