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4" d="100"/>
          <a:sy n="64" d="100"/>
        </p:scale>
        <p:origin x="724" y="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050DB5-4FD5-49F8-BE7D-04ED638A0F1F}" type="doc">
      <dgm:prSet loTypeId="urn:microsoft.com/office/officeart/2005/8/layout/vList2" loCatId="list" qsTypeId="urn:microsoft.com/office/officeart/2005/8/quickstyle/3d2" qsCatId="3D" csTypeId="urn:microsoft.com/office/officeart/2005/8/colors/accent1_5" csCatId="accent1"/>
      <dgm:spPr/>
      <dgm:t>
        <a:bodyPr/>
        <a:lstStyle/>
        <a:p>
          <a:endParaRPr lang="en-US"/>
        </a:p>
      </dgm:t>
    </dgm:pt>
    <dgm:pt modelId="{BED011E9-5757-4E4F-A7F2-A00875B87D48}">
      <dgm:prSet/>
      <dgm:spPr/>
      <dgm:t>
        <a:bodyPr/>
        <a:lstStyle/>
        <a:p>
          <a:pPr algn="ctr"/>
          <a:r>
            <a:rPr lang="en-US" baseline="0"/>
            <a:t>Alter Company – Steps</a:t>
          </a:r>
          <a:endParaRPr lang="en-US"/>
        </a:p>
      </dgm:t>
    </dgm:pt>
    <dgm:pt modelId="{42670B65-24B0-4E2C-BA31-CEF32A4138E2}" type="parTrans" cxnId="{32CFFE32-2196-4DA6-8A85-41C69D133C19}">
      <dgm:prSet/>
      <dgm:spPr/>
      <dgm:t>
        <a:bodyPr/>
        <a:lstStyle/>
        <a:p>
          <a:endParaRPr lang="en-US"/>
        </a:p>
      </dgm:t>
    </dgm:pt>
    <dgm:pt modelId="{271CFD3D-08ED-4333-8668-841C9BB3E086}" type="sibTrans" cxnId="{32CFFE32-2196-4DA6-8A85-41C69D133C19}">
      <dgm:prSet/>
      <dgm:spPr/>
      <dgm:t>
        <a:bodyPr/>
        <a:lstStyle/>
        <a:p>
          <a:endParaRPr lang="en-US"/>
        </a:p>
      </dgm:t>
    </dgm:pt>
    <dgm:pt modelId="{1D595587-CA6C-4E04-9A60-B23F6D18E494}" type="pres">
      <dgm:prSet presAssocID="{84050DB5-4FD5-49F8-BE7D-04ED638A0F1F}" presName="linear" presStyleCnt="0">
        <dgm:presLayoutVars>
          <dgm:animLvl val="lvl"/>
          <dgm:resizeHandles val="exact"/>
        </dgm:presLayoutVars>
      </dgm:prSet>
      <dgm:spPr/>
    </dgm:pt>
    <dgm:pt modelId="{9E0BF970-3BD2-4930-A951-05AD36788382}" type="pres">
      <dgm:prSet presAssocID="{BED011E9-5757-4E4F-A7F2-A00875B87D4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8C8500D-44C0-4BB4-B427-92175A490FA0}" type="presOf" srcId="{BED011E9-5757-4E4F-A7F2-A00875B87D48}" destId="{9E0BF970-3BD2-4930-A951-05AD36788382}" srcOrd="0" destOrd="0" presId="urn:microsoft.com/office/officeart/2005/8/layout/vList2"/>
    <dgm:cxn modelId="{32CFFE32-2196-4DA6-8A85-41C69D133C19}" srcId="{84050DB5-4FD5-49F8-BE7D-04ED638A0F1F}" destId="{BED011E9-5757-4E4F-A7F2-A00875B87D48}" srcOrd="0" destOrd="0" parTransId="{42670B65-24B0-4E2C-BA31-CEF32A4138E2}" sibTransId="{271CFD3D-08ED-4333-8668-841C9BB3E086}"/>
    <dgm:cxn modelId="{72C57057-D555-4FFC-81EF-AB0D7C28E273}" type="presOf" srcId="{84050DB5-4FD5-49F8-BE7D-04ED638A0F1F}" destId="{1D595587-CA6C-4E04-9A60-B23F6D18E494}" srcOrd="0" destOrd="0" presId="urn:microsoft.com/office/officeart/2005/8/layout/vList2"/>
    <dgm:cxn modelId="{F554A3C8-68BC-403F-AF0E-1562D4A42971}" type="presParOf" srcId="{1D595587-CA6C-4E04-9A60-B23F6D18E494}" destId="{9E0BF970-3BD2-4930-A951-05AD3678838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58CDE3-D610-4E6D-9571-20D394B10D34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97971CC-9DF3-4501-8E14-A4C5BB64C5DE}">
      <dgm:prSet/>
      <dgm:spPr/>
      <dgm:t>
        <a:bodyPr/>
        <a:lstStyle/>
        <a:p>
          <a:r>
            <a:rPr lang="en-US"/>
            <a:t>Go to Company Info.</a:t>
          </a:r>
        </a:p>
      </dgm:t>
    </dgm:pt>
    <dgm:pt modelId="{CB4F910B-25D6-403A-A696-1D4DA36DBA09}" type="parTrans" cxnId="{4B20A85E-2C4E-4DB1-9261-1F5D56A5981B}">
      <dgm:prSet/>
      <dgm:spPr/>
      <dgm:t>
        <a:bodyPr/>
        <a:lstStyle/>
        <a:p>
          <a:endParaRPr lang="en-US"/>
        </a:p>
      </dgm:t>
    </dgm:pt>
    <dgm:pt modelId="{A65B237A-22FF-489E-BD3C-4E6D72F0FD89}" type="sibTrans" cxnId="{4B20A85E-2C4E-4DB1-9261-1F5D56A5981B}">
      <dgm:prSet/>
      <dgm:spPr/>
      <dgm:t>
        <a:bodyPr/>
        <a:lstStyle/>
        <a:p>
          <a:endParaRPr lang="en-US"/>
        </a:p>
      </dgm:t>
    </dgm:pt>
    <dgm:pt modelId="{B8A2BE6D-A36A-4E82-A7CF-16D4671D2BCB}">
      <dgm:prSet/>
      <dgm:spPr/>
      <dgm:t>
        <a:bodyPr/>
        <a:lstStyle/>
        <a:p>
          <a:r>
            <a:rPr lang="en-US"/>
            <a:t>Select Alter.</a:t>
          </a:r>
        </a:p>
      </dgm:t>
    </dgm:pt>
    <dgm:pt modelId="{7669E39D-23FE-4A7F-945F-9D72922ACE65}" type="parTrans" cxnId="{281B64B6-3D48-4D16-940B-3D6C06971292}">
      <dgm:prSet/>
      <dgm:spPr/>
      <dgm:t>
        <a:bodyPr/>
        <a:lstStyle/>
        <a:p>
          <a:endParaRPr lang="en-US"/>
        </a:p>
      </dgm:t>
    </dgm:pt>
    <dgm:pt modelId="{0F7EA50C-05F1-4346-8ABE-0D80C74EBDDD}" type="sibTrans" cxnId="{281B64B6-3D48-4D16-940B-3D6C06971292}">
      <dgm:prSet/>
      <dgm:spPr/>
      <dgm:t>
        <a:bodyPr/>
        <a:lstStyle/>
        <a:p>
          <a:endParaRPr lang="en-US"/>
        </a:p>
      </dgm:t>
    </dgm:pt>
    <dgm:pt modelId="{1A31EE6B-2203-40E8-A6DD-C8F60ADA7766}">
      <dgm:prSet/>
      <dgm:spPr/>
      <dgm:t>
        <a:bodyPr/>
        <a:lstStyle/>
        <a:p>
          <a:r>
            <a:rPr lang="en-US"/>
            <a:t>Choose the company.</a:t>
          </a:r>
        </a:p>
      </dgm:t>
    </dgm:pt>
    <dgm:pt modelId="{AD533D09-2517-4A29-9BC0-9935288CF7EB}" type="parTrans" cxnId="{ADD7814C-C268-4FC7-9C0B-C5CBD3917185}">
      <dgm:prSet/>
      <dgm:spPr/>
      <dgm:t>
        <a:bodyPr/>
        <a:lstStyle/>
        <a:p>
          <a:endParaRPr lang="en-US"/>
        </a:p>
      </dgm:t>
    </dgm:pt>
    <dgm:pt modelId="{B85CCCE8-03B0-4DD5-BC2C-DF5A830C01D8}" type="sibTrans" cxnId="{ADD7814C-C268-4FC7-9C0B-C5CBD3917185}">
      <dgm:prSet/>
      <dgm:spPr/>
      <dgm:t>
        <a:bodyPr/>
        <a:lstStyle/>
        <a:p>
          <a:endParaRPr lang="en-US"/>
        </a:p>
      </dgm:t>
    </dgm:pt>
    <dgm:pt modelId="{49292163-F9EF-42E1-B0D6-2B0CEB112158}">
      <dgm:prSet/>
      <dgm:spPr/>
      <dgm:t>
        <a:bodyPr/>
        <a:lstStyle/>
        <a:p>
          <a:r>
            <a:rPr lang="en-US"/>
            <a:t>Make changes and press Ctrl + A.</a:t>
          </a:r>
        </a:p>
      </dgm:t>
    </dgm:pt>
    <dgm:pt modelId="{8825B636-1340-499A-832F-90C14EFE33D8}" type="parTrans" cxnId="{E1996BD3-5C3E-4E06-BACB-3732ACA4DE2C}">
      <dgm:prSet/>
      <dgm:spPr/>
      <dgm:t>
        <a:bodyPr/>
        <a:lstStyle/>
        <a:p>
          <a:endParaRPr lang="en-US"/>
        </a:p>
      </dgm:t>
    </dgm:pt>
    <dgm:pt modelId="{30FFEDF4-4AC0-482D-9EE9-413E969E247E}" type="sibTrans" cxnId="{E1996BD3-5C3E-4E06-BACB-3732ACA4DE2C}">
      <dgm:prSet/>
      <dgm:spPr/>
      <dgm:t>
        <a:bodyPr/>
        <a:lstStyle/>
        <a:p>
          <a:endParaRPr lang="en-US"/>
        </a:p>
      </dgm:t>
    </dgm:pt>
    <dgm:pt modelId="{FF83ED10-89F7-4C73-9820-E5597DDF2357}" type="pres">
      <dgm:prSet presAssocID="{5658CDE3-D610-4E6D-9571-20D394B10D34}" presName="vert0" presStyleCnt="0">
        <dgm:presLayoutVars>
          <dgm:dir/>
          <dgm:animOne val="branch"/>
          <dgm:animLvl val="lvl"/>
        </dgm:presLayoutVars>
      </dgm:prSet>
      <dgm:spPr/>
    </dgm:pt>
    <dgm:pt modelId="{87A7453B-6053-4CBB-81FF-244B5B38D12E}" type="pres">
      <dgm:prSet presAssocID="{397971CC-9DF3-4501-8E14-A4C5BB64C5DE}" presName="thickLine" presStyleLbl="alignNode1" presStyleIdx="0" presStyleCnt="4"/>
      <dgm:spPr/>
    </dgm:pt>
    <dgm:pt modelId="{7FA58781-3ECF-4864-8B72-A10B0BF07D2D}" type="pres">
      <dgm:prSet presAssocID="{397971CC-9DF3-4501-8E14-A4C5BB64C5DE}" presName="horz1" presStyleCnt="0"/>
      <dgm:spPr/>
    </dgm:pt>
    <dgm:pt modelId="{A129A4BD-C629-4B7E-A9D5-DC879C88082F}" type="pres">
      <dgm:prSet presAssocID="{397971CC-9DF3-4501-8E14-A4C5BB64C5DE}" presName="tx1" presStyleLbl="revTx" presStyleIdx="0" presStyleCnt="4"/>
      <dgm:spPr/>
    </dgm:pt>
    <dgm:pt modelId="{9AA0D8BB-DF3E-48E4-86D9-57C926D9FBAE}" type="pres">
      <dgm:prSet presAssocID="{397971CC-9DF3-4501-8E14-A4C5BB64C5DE}" presName="vert1" presStyleCnt="0"/>
      <dgm:spPr/>
    </dgm:pt>
    <dgm:pt modelId="{0AC8D5E4-D15E-4CB8-B353-98B6D063A3B5}" type="pres">
      <dgm:prSet presAssocID="{B8A2BE6D-A36A-4E82-A7CF-16D4671D2BCB}" presName="thickLine" presStyleLbl="alignNode1" presStyleIdx="1" presStyleCnt="4"/>
      <dgm:spPr/>
    </dgm:pt>
    <dgm:pt modelId="{E33D5C08-1B74-4F39-9979-FDA693616C87}" type="pres">
      <dgm:prSet presAssocID="{B8A2BE6D-A36A-4E82-A7CF-16D4671D2BCB}" presName="horz1" presStyleCnt="0"/>
      <dgm:spPr/>
    </dgm:pt>
    <dgm:pt modelId="{18D50CF5-1793-434E-B4CD-F64D1B829514}" type="pres">
      <dgm:prSet presAssocID="{B8A2BE6D-A36A-4E82-A7CF-16D4671D2BCB}" presName="tx1" presStyleLbl="revTx" presStyleIdx="1" presStyleCnt="4"/>
      <dgm:spPr/>
    </dgm:pt>
    <dgm:pt modelId="{56B4CACF-EA6A-4951-8B58-1954E9208198}" type="pres">
      <dgm:prSet presAssocID="{B8A2BE6D-A36A-4E82-A7CF-16D4671D2BCB}" presName="vert1" presStyleCnt="0"/>
      <dgm:spPr/>
    </dgm:pt>
    <dgm:pt modelId="{274CEF57-603D-48FE-9D99-8E3233E97ABE}" type="pres">
      <dgm:prSet presAssocID="{1A31EE6B-2203-40E8-A6DD-C8F60ADA7766}" presName="thickLine" presStyleLbl="alignNode1" presStyleIdx="2" presStyleCnt="4"/>
      <dgm:spPr/>
    </dgm:pt>
    <dgm:pt modelId="{22D585DB-92A3-4183-99A6-500E9310C7F0}" type="pres">
      <dgm:prSet presAssocID="{1A31EE6B-2203-40E8-A6DD-C8F60ADA7766}" presName="horz1" presStyleCnt="0"/>
      <dgm:spPr/>
    </dgm:pt>
    <dgm:pt modelId="{03077880-EFE3-4C19-BC17-5FD56CD32AA7}" type="pres">
      <dgm:prSet presAssocID="{1A31EE6B-2203-40E8-A6DD-C8F60ADA7766}" presName="tx1" presStyleLbl="revTx" presStyleIdx="2" presStyleCnt="4"/>
      <dgm:spPr/>
    </dgm:pt>
    <dgm:pt modelId="{BAA2CEBA-3F4B-4FD4-A485-50A39F72F62B}" type="pres">
      <dgm:prSet presAssocID="{1A31EE6B-2203-40E8-A6DD-C8F60ADA7766}" presName="vert1" presStyleCnt="0"/>
      <dgm:spPr/>
    </dgm:pt>
    <dgm:pt modelId="{60F2D213-D1E0-46C6-978F-3DB383C06732}" type="pres">
      <dgm:prSet presAssocID="{49292163-F9EF-42E1-B0D6-2B0CEB112158}" presName="thickLine" presStyleLbl="alignNode1" presStyleIdx="3" presStyleCnt="4"/>
      <dgm:spPr/>
    </dgm:pt>
    <dgm:pt modelId="{AAEE6F3B-5655-4D81-AABA-D55C2B7BEBBC}" type="pres">
      <dgm:prSet presAssocID="{49292163-F9EF-42E1-B0D6-2B0CEB112158}" presName="horz1" presStyleCnt="0"/>
      <dgm:spPr/>
    </dgm:pt>
    <dgm:pt modelId="{B69B571C-7FB1-4BFA-AF8C-A1F11E75F5F1}" type="pres">
      <dgm:prSet presAssocID="{49292163-F9EF-42E1-B0D6-2B0CEB112158}" presName="tx1" presStyleLbl="revTx" presStyleIdx="3" presStyleCnt="4"/>
      <dgm:spPr/>
    </dgm:pt>
    <dgm:pt modelId="{5A21EA1B-1CEA-4EBD-A523-94F62680471B}" type="pres">
      <dgm:prSet presAssocID="{49292163-F9EF-42E1-B0D6-2B0CEB112158}" presName="vert1" presStyleCnt="0"/>
      <dgm:spPr/>
    </dgm:pt>
  </dgm:ptLst>
  <dgm:cxnLst>
    <dgm:cxn modelId="{15BED217-9512-448C-9646-D50828CF7EA4}" type="presOf" srcId="{5658CDE3-D610-4E6D-9571-20D394B10D34}" destId="{FF83ED10-89F7-4C73-9820-E5597DDF2357}" srcOrd="0" destOrd="0" presId="urn:microsoft.com/office/officeart/2008/layout/LinedList"/>
    <dgm:cxn modelId="{DE1C9D5C-B733-423E-B895-E8ABF3FAF960}" type="presOf" srcId="{397971CC-9DF3-4501-8E14-A4C5BB64C5DE}" destId="{A129A4BD-C629-4B7E-A9D5-DC879C88082F}" srcOrd="0" destOrd="0" presId="urn:microsoft.com/office/officeart/2008/layout/LinedList"/>
    <dgm:cxn modelId="{4B20A85E-2C4E-4DB1-9261-1F5D56A5981B}" srcId="{5658CDE3-D610-4E6D-9571-20D394B10D34}" destId="{397971CC-9DF3-4501-8E14-A4C5BB64C5DE}" srcOrd="0" destOrd="0" parTransId="{CB4F910B-25D6-403A-A696-1D4DA36DBA09}" sibTransId="{A65B237A-22FF-489E-BD3C-4E6D72F0FD89}"/>
    <dgm:cxn modelId="{ADD7814C-C268-4FC7-9C0B-C5CBD3917185}" srcId="{5658CDE3-D610-4E6D-9571-20D394B10D34}" destId="{1A31EE6B-2203-40E8-A6DD-C8F60ADA7766}" srcOrd="2" destOrd="0" parTransId="{AD533D09-2517-4A29-9BC0-9935288CF7EB}" sibTransId="{B85CCCE8-03B0-4DD5-BC2C-DF5A830C01D8}"/>
    <dgm:cxn modelId="{C8DB7F50-DF3B-4419-863A-5EB5046C3E11}" type="presOf" srcId="{B8A2BE6D-A36A-4E82-A7CF-16D4671D2BCB}" destId="{18D50CF5-1793-434E-B4CD-F64D1B829514}" srcOrd="0" destOrd="0" presId="urn:microsoft.com/office/officeart/2008/layout/LinedList"/>
    <dgm:cxn modelId="{3EEF3759-E9BE-483E-8F04-201C6A57D92F}" type="presOf" srcId="{49292163-F9EF-42E1-B0D6-2B0CEB112158}" destId="{B69B571C-7FB1-4BFA-AF8C-A1F11E75F5F1}" srcOrd="0" destOrd="0" presId="urn:microsoft.com/office/officeart/2008/layout/LinedList"/>
    <dgm:cxn modelId="{6B21C998-846D-4C67-A3FB-F98767BB1FA3}" type="presOf" srcId="{1A31EE6B-2203-40E8-A6DD-C8F60ADA7766}" destId="{03077880-EFE3-4C19-BC17-5FD56CD32AA7}" srcOrd="0" destOrd="0" presId="urn:microsoft.com/office/officeart/2008/layout/LinedList"/>
    <dgm:cxn modelId="{281B64B6-3D48-4D16-940B-3D6C06971292}" srcId="{5658CDE3-D610-4E6D-9571-20D394B10D34}" destId="{B8A2BE6D-A36A-4E82-A7CF-16D4671D2BCB}" srcOrd="1" destOrd="0" parTransId="{7669E39D-23FE-4A7F-945F-9D72922ACE65}" sibTransId="{0F7EA50C-05F1-4346-8ABE-0D80C74EBDDD}"/>
    <dgm:cxn modelId="{E1996BD3-5C3E-4E06-BACB-3732ACA4DE2C}" srcId="{5658CDE3-D610-4E6D-9571-20D394B10D34}" destId="{49292163-F9EF-42E1-B0D6-2B0CEB112158}" srcOrd="3" destOrd="0" parTransId="{8825B636-1340-499A-832F-90C14EFE33D8}" sibTransId="{30FFEDF4-4AC0-482D-9EE9-413E969E247E}"/>
    <dgm:cxn modelId="{176A47C8-8517-4335-8543-A92C1E23D75D}" type="presParOf" srcId="{FF83ED10-89F7-4C73-9820-E5597DDF2357}" destId="{87A7453B-6053-4CBB-81FF-244B5B38D12E}" srcOrd="0" destOrd="0" presId="urn:microsoft.com/office/officeart/2008/layout/LinedList"/>
    <dgm:cxn modelId="{7CFFA406-63B4-4B1E-97F2-A336B913111E}" type="presParOf" srcId="{FF83ED10-89F7-4C73-9820-E5597DDF2357}" destId="{7FA58781-3ECF-4864-8B72-A10B0BF07D2D}" srcOrd="1" destOrd="0" presId="urn:microsoft.com/office/officeart/2008/layout/LinedList"/>
    <dgm:cxn modelId="{B87D259C-D109-4C2A-B258-79EAE415B923}" type="presParOf" srcId="{7FA58781-3ECF-4864-8B72-A10B0BF07D2D}" destId="{A129A4BD-C629-4B7E-A9D5-DC879C88082F}" srcOrd="0" destOrd="0" presId="urn:microsoft.com/office/officeart/2008/layout/LinedList"/>
    <dgm:cxn modelId="{FFE19403-82D8-4B21-810A-E7BEC44A99F4}" type="presParOf" srcId="{7FA58781-3ECF-4864-8B72-A10B0BF07D2D}" destId="{9AA0D8BB-DF3E-48E4-86D9-57C926D9FBAE}" srcOrd="1" destOrd="0" presId="urn:microsoft.com/office/officeart/2008/layout/LinedList"/>
    <dgm:cxn modelId="{0E497E45-0FD8-4C52-9BDA-08F0FEFCA9B6}" type="presParOf" srcId="{FF83ED10-89F7-4C73-9820-E5597DDF2357}" destId="{0AC8D5E4-D15E-4CB8-B353-98B6D063A3B5}" srcOrd="2" destOrd="0" presId="urn:microsoft.com/office/officeart/2008/layout/LinedList"/>
    <dgm:cxn modelId="{AAE5E2A4-2C62-4871-9D03-E0081A0E7EA8}" type="presParOf" srcId="{FF83ED10-89F7-4C73-9820-E5597DDF2357}" destId="{E33D5C08-1B74-4F39-9979-FDA693616C87}" srcOrd="3" destOrd="0" presId="urn:microsoft.com/office/officeart/2008/layout/LinedList"/>
    <dgm:cxn modelId="{4C2901A7-181D-431E-A159-2A07BE87C48D}" type="presParOf" srcId="{E33D5C08-1B74-4F39-9979-FDA693616C87}" destId="{18D50CF5-1793-434E-B4CD-F64D1B829514}" srcOrd="0" destOrd="0" presId="urn:microsoft.com/office/officeart/2008/layout/LinedList"/>
    <dgm:cxn modelId="{BD87CEB3-A71E-49F2-BA1D-D1B00B20D131}" type="presParOf" srcId="{E33D5C08-1B74-4F39-9979-FDA693616C87}" destId="{56B4CACF-EA6A-4951-8B58-1954E9208198}" srcOrd="1" destOrd="0" presId="urn:microsoft.com/office/officeart/2008/layout/LinedList"/>
    <dgm:cxn modelId="{D1152790-7C83-4FC5-AC03-5C7661660A6A}" type="presParOf" srcId="{FF83ED10-89F7-4C73-9820-E5597DDF2357}" destId="{274CEF57-603D-48FE-9D99-8E3233E97ABE}" srcOrd="4" destOrd="0" presId="urn:microsoft.com/office/officeart/2008/layout/LinedList"/>
    <dgm:cxn modelId="{9B84F44C-B965-44D6-A990-917116178657}" type="presParOf" srcId="{FF83ED10-89F7-4C73-9820-E5597DDF2357}" destId="{22D585DB-92A3-4183-99A6-500E9310C7F0}" srcOrd="5" destOrd="0" presId="urn:microsoft.com/office/officeart/2008/layout/LinedList"/>
    <dgm:cxn modelId="{89426AD1-EE17-42C2-A6AF-F0B7CD0CA6EB}" type="presParOf" srcId="{22D585DB-92A3-4183-99A6-500E9310C7F0}" destId="{03077880-EFE3-4C19-BC17-5FD56CD32AA7}" srcOrd="0" destOrd="0" presId="urn:microsoft.com/office/officeart/2008/layout/LinedList"/>
    <dgm:cxn modelId="{1D07D9BC-A7EF-4DE1-A9DF-A5B80CD20409}" type="presParOf" srcId="{22D585DB-92A3-4183-99A6-500E9310C7F0}" destId="{BAA2CEBA-3F4B-4FD4-A485-50A39F72F62B}" srcOrd="1" destOrd="0" presId="urn:microsoft.com/office/officeart/2008/layout/LinedList"/>
    <dgm:cxn modelId="{0CEEA408-74C9-4035-801C-E05FB77040BB}" type="presParOf" srcId="{FF83ED10-89F7-4C73-9820-E5597DDF2357}" destId="{60F2D213-D1E0-46C6-978F-3DB383C06732}" srcOrd="6" destOrd="0" presId="urn:microsoft.com/office/officeart/2008/layout/LinedList"/>
    <dgm:cxn modelId="{7868B6BB-FF58-43B4-B206-2EE2AC9EE5CA}" type="presParOf" srcId="{FF83ED10-89F7-4C73-9820-E5597DDF2357}" destId="{AAEE6F3B-5655-4D81-AABA-D55C2B7BEBBC}" srcOrd="7" destOrd="0" presId="urn:microsoft.com/office/officeart/2008/layout/LinedList"/>
    <dgm:cxn modelId="{A4D9AB7F-F8F7-4286-8FC3-4C93BFD6753F}" type="presParOf" srcId="{AAEE6F3B-5655-4D81-AABA-D55C2B7BEBBC}" destId="{B69B571C-7FB1-4BFA-AF8C-A1F11E75F5F1}" srcOrd="0" destOrd="0" presId="urn:microsoft.com/office/officeart/2008/layout/LinedList"/>
    <dgm:cxn modelId="{FF75107E-6DFC-47FA-A893-F1C1D0F40F1A}" type="presParOf" srcId="{AAEE6F3B-5655-4D81-AABA-D55C2B7BEBBC}" destId="{5A21EA1B-1CEA-4EBD-A523-94F62680471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26D726-1A4B-4C8E-A3EB-6BE9281F5807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519767-7387-4090-8ECD-8D6018730819}">
      <dgm:prSet/>
      <dgm:spPr/>
      <dgm:t>
        <a:bodyPr/>
        <a:lstStyle/>
        <a:p>
          <a:pPr algn="ctr"/>
          <a:r>
            <a:rPr lang="en-US" baseline="0"/>
            <a:t>Delete Company</a:t>
          </a:r>
          <a:endParaRPr lang="en-US"/>
        </a:p>
      </dgm:t>
    </dgm:pt>
    <dgm:pt modelId="{AE1F969F-2649-4606-A281-2D92EDBB03C6}" type="parTrans" cxnId="{BD927DF9-D53C-49BE-9F67-99EEECF62C8D}">
      <dgm:prSet/>
      <dgm:spPr/>
      <dgm:t>
        <a:bodyPr/>
        <a:lstStyle/>
        <a:p>
          <a:endParaRPr lang="en-US"/>
        </a:p>
      </dgm:t>
    </dgm:pt>
    <dgm:pt modelId="{8070D99C-94F9-49D0-BB89-7171350FE470}" type="sibTrans" cxnId="{BD927DF9-D53C-49BE-9F67-99EEECF62C8D}">
      <dgm:prSet/>
      <dgm:spPr/>
      <dgm:t>
        <a:bodyPr/>
        <a:lstStyle/>
        <a:p>
          <a:endParaRPr lang="en-US"/>
        </a:p>
      </dgm:t>
    </dgm:pt>
    <dgm:pt modelId="{E1D7D721-42F4-4F5F-B578-5B56DFE65234}" type="pres">
      <dgm:prSet presAssocID="{F126D726-1A4B-4C8E-A3EB-6BE9281F5807}" presName="linear" presStyleCnt="0">
        <dgm:presLayoutVars>
          <dgm:animLvl val="lvl"/>
          <dgm:resizeHandles val="exact"/>
        </dgm:presLayoutVars>
      </dgm:prSet>
      <dgm:spPr/>
    </dgm:pt>
    <dgm:pt modelId="{EBAD2092-4104-4268-B0F1-E319DDBAD640}" type="pres">
      <dgm:prSet presAssocID="{55519767-7387-4090-8ECD-8D601873081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EBF6B41-9AD3-4E1C-944A-0BA302B36449}" type="presOf" srcId="{55519767-7387-4090-8ECD-8D6018730819}" destId="{EBAD2092-4104-4268-B0F1-E319DDBAD640}" srcOrd="0" destOrd="0" presId="urn:microsoft.com/office/officeart/2005/8/layout/vList2"/>
    <dgm:cxn modelId="{E2D931E5-D743-4B9E-B256-D68631EF358E}" type="presOf" srcId="{F126D726-1A4B-4C8E-A3EB-6BE9281F5807}" destId="{E1D7D721-42F4-4F5F-B578-5B56DFE65234}" srcOrd="0" destOrd="0" presId="urn:microsoft.com/office/officeart/2005/8/layout/vList2"/>
    <dgm:cxn modelId="{BD927DF9-D53C-49BE-9F67-99EEECF62C8D}" srcId="{F126D726-1A4B-4C8E-A3EB-6BE9281F5807}" destId="{55519767-7387-4090-8ECD-8D6018730819}" srcOrd="0" destOrd="0" parTransId="{AE1F969F-2649-4606-A281-2D92EDBB03C6}" sibTransId="{8070D99C-94F9-49D0-BB89-7171350FE470}"/>
    <dgm:cxn modelId="{D9620570-060D-43E7-B4FC-9445F14E6081}" type="presParOf" srcId="{E1D7D721-42F4-4F5F-B578-5B56DFE65234}" destId="{EBAD2092-4104-4268-B0F1-E319DDBAD64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35B67E-6A5D-4E0F-A98F-40C541519EFC}" type="doc">
      <dgm:prSet loTypeId="urn:microsoft.com/office/officeart/2005/8/layout/vList2" loCatId="list" qsTypeId="urn:microsoft.com/office/officeart/2005/8/quickstyle/3d2" qsCatId="3D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08785700-AFD6-454A-B0A7-91D26E43F923}">
      <dgm:prSet/>
      <dgm:spPr/>
      <dgm:t>
        <a:bodyPr/>
        <a:lstStyle/>
        <a:p>
          <a:r>
            <a:rPr lang="en-US"/>
            <a:t>Delete Company removes the company permanently.</a:t>
          </a:r>
        </a:p>
      </dgm:t>
    </dgm:pt>
    <dgm:pt modelId="{E97E1738-763F-4E38-B020-AEE1BB20A861}" type="parTrans" cxnId="{21BC03F5-8093-4788-B3D6-ABA4813C8449}">
      <dgm:prSet/>
      <dgm:spPr/>
      <dgm:t>
        <a:bodyPr/>
        <a:lstStyle/>
        <a:p>
          <a:endParaRPr lang="en-US"/>
        </a:p>
      </dgm:t>
    </dgm:pt>
    <dgm:pt modelId="{8309AAB6-C6A7-49DC-9137-06641E4A80DE}" type="sibTrans" cxnId="{21BC03F5-8093-4788-B3D6-ABA4813C8449}">
      <dgm:prSet/>
      <dgm:spPr/>
      <dgm:t>
        <a:bodyPr/>
        <a:lstStyle/>
        <a:p>
          <a:endParaRPr lang="en-US"/>
        </a:p>
      </dgm:t>
    </dgm:pt>
    <dgm:pt modelId="{D335CA0B-88CF-40A0-BF3A-7A5D50A6C59A}">
      <dgm:prSet/>
      <dgm:spPr/>
      <dgm:t>
        <a:bodyPr/>
        <a:lstStyle/>
        <a:p>
          <a:r>
            <a:rPr lang="en-US"/>
            <a:t>Once deleted, data cannot be recovered.</a:t>
          </a:r>
        </a:p>
      </dgm:t>
    </dgm:pt>
    <dgm:pt modelId="{FECA46C8-18F6-4762-ACDC-8EC8180B4B35}" type="parTrans" cxnId="{44D35FDF-B06D-428C-B7FB-9B2B25D1EE46}">
      <dgm:prSet/>
      <dgm:spPr/>
      <dgm:t>
        <a:bodyPr/>
        <a:lstStyle/>
        <a:p>
          <a:endParaRPr lang="en-US"/>
        </a:p>
      </dgm:t>
    </dgm:pt>
    <dgm:pt modelId="{3977DE4F-8D8C-4CBE-99F0-7B1B1351211B}" type="sibTrans" cxnId="{44D35FDF-B06D-428C-B7FB-9B2B25D1EE46}">
      <dgm:prSet/>
      <dgm:spPr/>
      <dgm:t>
        <a:bodyPr/>
        <a:lstStyle/>
        <a:p>
          <a:endParaRPr lang="en-US"/>
        </a:p>
      </dgm:t>
    </dgm:pt>
    <dgm:pt modelId="{5767C858-9FDB-45CE-AF1F-701AA80BD385}" type="pres">
      <dgm:prSet presAssocID="{0035B67E-6A5D-4E0F-A98F-40C541519EFC}" presName="linear" presStyleCnt="0">
        <dgm:presLayoutVars>
          <dgm:animLvl val="lvl"/>
          <dgm:resizeHandles val="exact"/>
        </dgm:presLayoutVars>
      </dgm:prSet>
      <dgm:spPr/>
    </dgm:pt>
    <dgm:pt modelId="{71F8F556-7362-45BE-AAF5-75EE9A4930FA}" type="pres">
      <dgm:prSet presAssocID="{08785700-AFD6-454A-B0A7-91D26E43F92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D2F57A2-18BF-402F-B045-D9F75760D786}" type="pres">
      <dgm:prSet presAssocID="{8309AAB6-C6A7-49DC-9137-06641E4A80DE}" presName="spacer" presStyleCnt="0"/>
      <dgm:spPr/>
    </dgm:pt>
    <dgm:pt modelId="{D36C12F5-601B-4A94-B7F4-F34D68165232}" type="pres">
      <dgm:prSet presAssocID="{D335CA0B-88CF-40A0-BF3A-7A5D50A6C59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7337C19-D052-4CAE-9755-23806CF00B87}" type="presOf" srcId="{D335CA0B-88CF-40A0-BF3A-7A5D50A6C59A}" destId="{D36C12F5-601B-4A94-B7F4-F34D68165232}" srcOrd="0" destOrd="0" presId="urn:microsoft.com/office/officeart/2005/8/layout/vList2"/>
    <dgm:cxn modelId="{EAD90821-6D54-41D6-AA30-2F3A2AC6BF2B}" type="presOf" srcId="{0035B67E-6A5D-4E0F-A98F-40C541519EFC}" destId="{5767C858-9FDB-45CE-AF1F-701AA80BD385}" srcOrd="0" destOrd="0" presId="urn:microsoft.com/office/officeart/2005/8/layout/vList2"/>
    <dgm:cxn modelId="{44D35FDF-B06D-428C-B7FB-9B2B25D1EE46}" srcId="{0035B67E-6A5D-4E0F-A98F-40C541519EFC}" destId="{D335CA0B-88CF-40A0-BF3A-7A5D50A6C59A}" srcOrd="1" destOrd="0" parTransId="{FECA46C8-18F6-4762-ACDC-8EC8180B4B35}" sibTransId="{3977DE4F-8D8C-4CBE-99F0-7B1B1351211B}"/>
    <dgm:cxn modelId="{FD4357E6-FE32-4AC3-8717-30F252F83A46}" type="presOf" srcId="{08785700-AFD6-454A-B0A7-91D26E43F923}" destId="{71F8F556-7362-45BE-AAF5-75EE9A4930FA}" srcOrd="0" destOrd="0" presId="urn:microsoft.com/office/officeart/2005/8/layout/vList2"/>
    <dgm:cxn modelId="{21BC03F5-8093-4788-B3D6-ABA4813C8449}" srcId="{0035B67E-6A5D-4E0F-A98F-40C541519EFC}" destId="{08785700-AFD6-454A-B0A7-91D26E43F923}" srcOrd="0" destOrd="0" parTransId="{E97E1738-763F-4E38-B020-AEE1BB20A861}" sibTransId="{8309AAB6-C6A7-49DC-9137-06641E4A80DE}"/>
    <dgm:cxn modelId="{14848E70-9E1E-44EA-8103-016D2BFDF3F4}" type="presParOf" srcId="{5767C858-9FDB-45CE-AF1F-701AA80BD385}" destId="{71F8F556-7362-45BE-AAF5-75EE9A4930FA}" srcOrd="0" destOrd="0" presId="urn:microsoft.com/office/officeart/2005/8/layout/vList2"/>
    <dgm:cxn modelId="{02D10C97-4110-4690-A695-FF95780FA30C}" type="presParOf" srcId="{5767C858-9FDB-45CE-AF1F-701AA80BD385}" destId="{6D2F57A2-18BF-402F-B045-D9F75760D786}" srcOrd="1" destOrd="0" presId="urn:microsoft.com/office/officeart/2005/8/layout/vList2"/>
    <dgm:cxn modelId="{B08B77C6-B1E1-4F5B-80D0-2F80DB2160AE}" type="presParOf" srcId="{5767C858-9FDB-45CE-AF1F-701AA80BD385}" destId="{D36C12F5-601B-4A94-B7F4-F34D6816523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6D992E-68A4-4C08-82AC-3EF1D1B24020}" type="doc">
      <dgm:prSet loTypeId="urn:microsoft.com/office/officeart/2005/8/layout/vList5" loCatId="list" qsTypeId="urn:microsoft.com/office/officeart/2005/8/quickstyle/3d2" qsCatId="3D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BF40B8C9-8E27-45DA-87AC-72920C70BE58}">
      <dgm:prSet/>
      <dgm:spPr/>
      <dgm:t>
        <a:bodyPr/>
        <a:lstStyle/>
        <a:p>
          <a:r>
            <a:rPr lang="en-US"/>
            <a:t>Go to Company Info.</a:t>
          </a:r>
        </a:p>
      </dgm:t>
    </dgm:pt>
    <dgm:pt modelId="{3ADCCC8B-81F4-4C7D-B06C-D85AF7C78006}" type="parTrans" cxnId="{E55B9DF8-5CB5-4C8B-91BB-315E76496DC2}">
      <dgm:prSet/>
      <dgm:spPr/>
      <dgm:t>
        <a:bodyPr/>
        <a:lstStyle/>
        <a:p>
          <a:endParaRPr lang="en-US"/>
        </a:p>
      </dgm:t>
    </dgm:pt>
    <dgm:pt modelId="{CBCC2226-1CE2-4F21-9290-EFD58D1EDFBE}" type="sibTrans" cxnId="{E55B9DF8-5CB5-4C8B-91BB-315E76496DC2}">
      <dgm:prSet/>
      <dgm:spPr/>
      <dgm:t>
        <a:bodyPr/>
        <a:lstStyle/>
        <a:p>
          <a:endParaRPr lang="en-US"/>
        </a:p>
      </dgm:t>
    </dgm:pt>
    <dgm:pt modelId="{5072AD96-3CFD-40B2-BA1C-44C92213AC6C}">
      <dgm:prSet/>
      <dgm:spPr/>
      <dgm:t>
        <a:bodyPr/>
        <a:lstStyle/>
        <a:p>
          <a:r>
            <a:rPr lang="en-US"/>
            <a:t>Select Alter.</a:t>
          </a:r>
        </a:p>
      </dgm:t>
    </dgm:pt>
    <dgm:pt modelId="{652BF3E3-546D-4616-A891-950128CD97C1}" type="parTrans" cxnId="{E6B21DA2-A6FB-44D8-8A73-C7A3815491D3}">
      <dgm:prSet/>
      <dgm:spPr/>
      <dgm:t>
        <a:bodyPr/>
        <a:lstStyle/>
        <a:p>
          <a:endParaRPr lang="en-US"/>
        </a:p>
      </dgm:t>
    </dgm:pt>
    <dgm:pt modelId="{E2B411CD-50C4-465C-9C2D-2B60DD469844}" type="sibTrans" cxnId="{E6B21DA2-A6FB-44D8-8A73-C7A3815491D3}">
      <dgm:prSet/>
      <dgm:spPr/>
      <dgm:t>
        <a:bodyPr/>
        <a:lstStyle/>
        <a:p>
          <a:endParaRPr lang="en-US"/>
        </a:p>
      </dgm:t>
    </dgm:pt>
    <dgm:pt modelId="{3318FC62-2041-4E2E-8D74-7D165099CB31}">
      <dgm:prSet/>
      <dgm:spPr/>
      <dgm:t>
        <a:bodyPr/>
        <a:lstStyle/>
        <a:p>
          <a:r>
            <a:rPr lang="en-US"/>
            <a:t>Choose the company.</a:t>
          </a:r>
        </a:p>
      </dgm:t>
    </dgm:pt>
    <dgm:pt modelId="{955F349F-CB45-4760-BF82-8BC15C07B7FA}" type="parTrans" cxnId="{391C23B8-325C-4C59-9548-686081EDC76B}">
      <dgm:prSet/>
      <dgm:spPr/>
      <dgm:t>
        <a:bodyPr/>
        <a:lstStyle/>
        <a:p>
          <a:endParaRPr lang="en-US"/>
        </a:p>
      </dgm:t>
    </dgm:pt>
    <dgm:pt modelId="{59FAEB11-B392-4D32-BA53-ABF716BB2ED8}" type="sibTrans" cxnId="{391C23B8-325C-4C59-9548-686081EDC76B}">
      <dgm:prSet/>
      <dgm:spPr/>
      <dgm:t>
        <a:bodyPr/>
        <a:lstStyle/>
        <a:p>
          <a:endParaRPr lang="en-US"/>
        </a:p>
      </dgm:t>
    </dgm:pt>
    <dgm:pt modelId="{CC205400-1314-4EF2-9AE3-7A66D2A7408E}">
      <dgm:prSet/>
      <dgm:spPr/>
      <dgm:t>
        <a:bodyPr/>
        <a:lstStyle/>
        <a:p>
          <a:r>
            <a:rPr lang="en-US"/>
            <a:t>Press Alt + D and confirm.</a:t>
          </a:r>
        </a:p>
      </dgm:t>
    </dgm:pt>
    <dgm:pt modelId="{60AEFE6A-5CB7-4822-A76B-C6557FAF8BA0}" type="parTrans" cxnId="{80D23D81-E099-4F01-9CB3-1355023A2375}">
      <dgm:prSet/>
      <dgm:spPr/>
      <dgm:t>
        <a:bodyPr/>
        <a:lstStyle/>
        <a:p>
          <a:endParaRPr lang="en-US"/>
        </a:p>
      </dgm:t>
    </dgm:pt>
    <dgm:pt modelId="{6413CE10-F24F-4C05-B523-85932D440DC7}" type="sibTrans" cxnId="{80D23D81-E099-4F01-9CB3-1355023A2375}">
      <dgm:prSet/>
      <dgm:spPr/>
      <dgm:t>
        <a:bodyPr/>
        <a:lstStyle/>
        <a:p>
          <a:endParaRPr lang="en-US"/>
        </a:p>
      </dgm:t>
    </dgm:pt>
    <dgm:pt modelId="{5612D2D5-3C13-4BC3-8D5B-DEE3D3B249C8}" type="pres">
      <dgm:prSet presAssocID="{0B6D992E-68A4-4C08-82AC-3EF1D1B24020}" presName="Name0" presStyleCnt="0">
        <dgm:presLayoutVars>
          <dgm:dir/>
          <dgm:animLvl val="lvl"/>
          <dgm:resizeHandles val="exact"/>
        </dgm:presLayoutVars>
      </dgm:prSet>
      <dgm:spPr/>
    </dgm:pt>
    <dgm:pt modelId="{98605A0B-1687-4AB2-B9F7-5509F626FAB7}" type="pres">
      <dgm:prSet presAssocID="{BF40B8C9-8E27-45DA-87AC-72920C70BE58}" presName="linNode" presStyleCnt="0"/>
      <dgm:spPr/>
    </dgm:pt>
    <dgm:pt modelId="{EBD21061-3C91-48F4-97C1-6FFAFDC16B89}" type="pres">
      <dgm:prSet presAssocID="{BF40B8C9-8E27-45DA-87AC-72920C70BE5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171DA405-AA85-4933-BC9C-B59070D70A12}" type="pres">
      <dgm:prSet presAssocID="{CBCC2226-1CE2-4F21-9290-EFD58D1EDFBE}" presName="sp" presStyleCnt="0"/>
      <dgm:spPr/>
    </dgm:pt>
    <dgm:pt modelId="{C96A64CE-CFD8-4C4D-BB6E-BB96ADAF48F9}" type="pres">
      <dgm:prSet presAssocID="{5072AD96-3CFD-40B2-BA1C-44C92213AC6C}" presName="linNode" presStyleCnt="0"/>
      <dgm:spPr/>
    </dgm:pt>
    <dgm:pt modelId="{6BCF0B66-41B3-407F-89DE-08FDCF14CA59}" type="pres">
      <dgm:prSet presAssocID="{5072AD96-3CFD-40B2-BA1C-44C92213AC6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EFC5AA8-F98B-4B50-9712-076794DE9B05}" type="pres">
      <dgm:prSet presAssocID="{E2B411CD-50C4-465C-9C2D-2B60DD469844}" presName="sp" presStyleCnt="0"/>
      <dgm:spPr/>
    </dgm:pt>
    <dgm:pt modelId="{712D440A-6CFA-4AC2-904F-8C26375CA757}" type="pres">
      <dgm:prSet presAssocID="{3318FC62-2041-4E2E-8D74-7D165099CB31}" presName="linNode" presStyleCnt="0"/>
      <dgm:spPr/>
    </dgm:pt>
    <dgm:pt modelId="{441F6CCA-95E5-4FCA-BA27-6DF2219A0437}" type="pres">
      <dgm:prSet presAssocID="{3318FC62-2041-4E2E-8D74-7D165099CB31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EAD59B9-F41B-46AD-B448-B745D4763B74}" type="pres">
      <dgm:prSet presAssocID="{59FAEB11-B392-4D32-BA53-ABF716BB2ED8}" presName="sp" presStyleCnt="0"/>
      <dgm:spPr/>
    </dgm:pt>
    <dgm:pt modelId="{F1914989-7FC2-4CAF-80D7-094BACBF8288}" type="pres">
      <dgm:prSet presAssocID="{CC205400-1314-4EF2-9AE3-7A66D2A7408E}" presName="linNode" presStyleCnt="0"/>
      <dgm:spPr/>
    </dgm:pt>
    <dgm:pt modelId="{5A67A91E-2D1B-4E00-A78D-DD2AE969A060}" type="pres">
      <dgm:prSet presAssocID="{CC205400-1314-4EF2-9AE3-7A66D2A7408E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4766A374-E57B-45AE-B8CB-73B333B0F113}" type="presOf" srcId="{5072AD96-3CFD-40B2-BA1C-44C92213AC6C}" destId="{6BCF0B66-41B3-407F-89DE-08FDCF14CA59}" srcOrd="0" destOrd="0" presId="urn:microsoft.com/office/officeart/2005/8/layout/vList5"/>
    <dgm:cxn modelId="{80D23D81-E099-4F01-9CB3-1355023A2375}" srcId="{0B6D992E-68A4-4C08-82AC-3EF1D1B24020}" destId="{CC205400-1314-4EF2-9AE3-7A66D2A7408E}" srcOrd="3" destOrd="0" parTransId="{60AEFE6A-5CB7-4822-A76B-C6557FAF8BA0}" sibTransId="{6413CE10-F24F-4C05-B523-85932D440DC7}"/>
    <dgm:cxn modelId="{B35D9D98-0C79-4F10-B766-5EE43D4B4763}" type="presOf" srcId="{CC205400-1314-4EF2-9AE3-7A66D2A7408E}" destId="{5A67A91E-2D1B-4E00-A78D-DD2AE969A060}" srcOrd="0" destOrd="0" presId="urn:microsoft.com/office/officeart/2005/8/layout/vList5"/>
    <dgm:cxn modelId="{E6B21DA2-A6FB-44D8-8A73-C7A3815491D3}" srcId="{0B6D992E-68A4-4C08-82AC-3EF1D1B24020}" destId="{5072AD96-3CFD-40B2-BA1C-44C92213AC6C}" srcOrd="1" destOrd="0" parTransId="{652BF3E3-546D-4616-A891-950128CD97C1}" sibTransId="{E2B411CD-50C4-465C-9C2D-2B60DD469844}"/>
    <dgm:cxn modelId="{965542B1-1D9D-4837-B573-DC7A00FE0CF3}" type="presOf" srcId="{3318FC62-2041-4E2E-8D74-7D165099CB31}" destId="{441F6CCA-95E5-4FCA-BA27-6DF2219A0437}" srcOrd="0" destOrd="0" presId="urn:microsoft.com/office/officeart/2005/8/layout/vList5"/>
    <dgm:cxn modelId="{0B2C32B6-507B-4E0D-9A7B-B295F5518FC1}" type="presOf" srcId="{BF40B8C9-8E27-45DA-87AC-72920C70BE58}" destId="{EBD21061-3C91-48F4-97C1-6FFAFDC16B89}" srcOrd="0" destOrd="0" presId="urn:microsoft.com/office/officeart/2005/8/layout/vList5"/>
    <dgm:cxn modelId="{391C23B8-325C-4C59-9548-686081EDC76B}" srcId="{0B6D992E-68A4-4C08-82AC-3EF1D1B24020}" destId="{3318FC62-2041-4E2E-8D74-7D165099CB31}" srcOrd="2" destOrd="0" parTransId="{955F349F-CB45-4760-BF82-8BC15C07B7FA}" sibTransId="{59FAEB11-B392-4D32-BA53-ABF716BB2ED8}"/>
    <dgm:cxn modelId="{C51FFDD7-6DA9-40E6-9132-607148539453}" type="presOf" srcId="{0B6D992E-68A4-4C08-82AC-3EF1D1B24020}" destId="{5612D2D5-3C13-4BC3-8D5B-DEE3D3B249C8}" srcOrd="0" destOrd="0" presId="urn:microsoft.com/office/officeart/2005/8/layout/vList5"/>
    <dgm:cxn modelId="{E55B9DF8-5CB5-4C8B-91BB-315E76496DC2}" srcId="{0B6D992E-68A4-4C08-82AC-3EF1D1B24020}" destId="{BF40B8C9-8E27-45DA-87AC-72920C70BE58}" srcOrd="0" destOrd="0" parTransId="{3ADCCC8B-81F4-4C7D-B06C-D85AF7C78006}" sibTransId="{CBCC2226-1CE2-4F21-9290-EFD58D1EDFBE}"/>
    <dgm:cxn modelId="{3D87245C-D576-4F0F-8DC2-2084881E1084}" type="presParOf" srcId="{5612D2D5-3C13-4BC3-8D5B-DEE3D3B249C8}" destId="{98605A0B-1687-4AB2-B9F7-5509F626FAB7}" srcOrd="0" destOrd="0" presId="urn:microsoft.com/office/officeart/2005/8/layout/vList5"/>
    <dgm:cxn modelId="{664622C1-54F2-408E-AC91-D30611D24B7B}" type="presParOf" srcId="{98605A0B-1687-4AB2-B9F7-5509F626FAB7}" destId="{EBD21061-3C91-48F4-97C1-6FFAFDC16B89}" srcOrd="0" destOrd="0" presId="urn:microsoft.com/office/officeart/2005/8/layout/vList5"/>
    <dgm:cxn modelId="{D9570B4C-9FCF-4776-81E2-956D1BCB7F8E}" type="presParOf" srcId="{5612D2D5-3C13-4BC3-8D5B-DEE3D3B249C8}" destId="{171DA405-AA85-4933-BC9C-B59070D70A12}" srcOrd="1" destOrd="0" presId="urn:microsoft.com/office/officeart/2005/8/layout/vList5"/>
    <dgm:cxn modelId="{EB3D0643-1085-446A-95D8-B7E6AC965D1F}" type="presParOf" srcId="{5612D2D5-3C13-4BC3-8D5B-DEE3D3B249C8}" destId="{C96A64CE-CFD8-4C4D-BB6E-BB96ADAF48F9}" srcOrd="2" destOrd="0" presId="urn:microsoft.com/office/officeart/2005/8/layout/vList5"/>
    <dgm:cxn modelId="{B4F24804-A2A8-42E9-BB22-20E906FE441B}" type="presParOf" srcId="{C96A64CE-CFD8-4C4D-BB6E-BB96ADAF48F9}" destId="{6BCF0B66-41B3-407F-89DE-08FDCF14CA59}" srcOrd="0" destOrd="0" presId="urn:microsoft.com/office/officeart/2005/8/layout/vList5"/>
    <dgm:cxn modelId="{69F3118E-5E8A-422D-8B20-1CD9DE68D473}" type="presParOf" srcId="{5612D2D5-3C13-4BC3-8D5B-DEE3D3B249C8}" destId="{CEFC5AA8-F98B-4B50-9712-076794DE9B05}" srcOrd="3" destOrd="0" presId="urn:microsoft.com/office/officeart/2005/8/layout/vList5"/>
    <dgm:cxn modelId="{44DB5945-6350-4475-8092-E8143BA6F63A}" type="presParOf" srcId="{5612D2D5-3C13-4BC3-8D5B-DEE3D3B249C8}" destId="{712D440A-6CFA-4AC2-904F-8C26375CA757}" srcOrd="4" destOrd="0" presId="urn:microsoft.com/office/officeart/2005/8/layout/vList5"/>
    <dgm:cxn modelId="{0D0AE519-B837-4D64-9A43-00E6056CB240}" type="presParOf" srcId="{712D440A-6CFA-4AC2-904F-8C26375CA757}" destId="{441F6CCA-95E5-4FCA-BA27-6DF2219A0437}" srcOrd="0" destOrd="0" presId="urn:microsoft.com/office/officeart/2005/8/layout/vList5"/>
    <dgm:cxn modelId="{791EC80F-98CC-43B9-99BA-09F0FA90D50E}" type="presParOf" srcId="{5612D2D5-3C13-4BC3-8D5B-DEE3D3B249C8}" destId="{AEAD59B9-F41B-46AD-B448-B745D4763B74}" srcOrd="5" destOrd="0" presId="urn:microsoft.com/office/officeart/2005/8/layout/vList5"/>
    <dgm:cxn modelId="{A1341B3B-2E5C-44DF-B6C1-79E6DB36EA06}" type="presParOf" srcId="{5612D2D5-3C13-4BC3-8D5B-DEE3D3B249C8}" destId="{F1914989-7FC2-4CAF-80D7-094BACBF8288}" srcOrd="6" destOrd="0" presId="urn:microsoft.com/office/officeart/2005/8/layout/vList5"/>
    <dgm:cxn modelId="{217F8D18-B10F-40D0-BD9D-484D698BAEA6}" type="presParOf" srcId="{F1914989-7FC2-4CAF-80D7-094BACBF8288}" destId="{5A67A91E-2D1B-4E00-A78D-DD2AE969A06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F5428F-47D6-4280-820E-A9966FB84CD0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9AF88C6-E507-4FFF-9CE2-F33340644B9B}">
      <dgm:prSet/>
      <dgm:spPr/>
      <dgm:t>
        <a:bodyPr/>
        <a:lstStyle/>
        <a:p>
          <a:pPr algn="ctr"/>
          <a:r>
            <a:rPr lang="en-US" baseline="0"/>
            <a:t>Delete Company – Steps</a:t>
          </a:r>
          <a:endParaRPr lang="en-US"/>
        </a:p>
      </dgm:t>
    </dgm:pt>
    <dgm:pt modelId="{D730F5BD-76E0-44B2-B1C3-B61471D31BE6}" type="parTrans" cxnId="{BB90ABF1-4B82-4263-8389-45006E3D2736}">
      <dgm:prSet/>
      <dgm:spPr/>
      <dgm:t>
        <a:bodyPr/>
        <a:lstStyle/>
        <a:p>
          <a:endParaRPr lang="en-US"/>
        </a:p>
      </dgm:t>
    </dgm:pt>
    <dgm:pt modelId="{047866F6-150D-438F-9B9D-995ACDDBE6F5}" type="sibTrans" cxnId="{BB90ABF1-4B82-4263-8389-45006E3D2736}">
      <dgm:prSet/>
      <dgm:spPr/>
      <dgm:t>
        <a:bodyPr/>
        <a:lstStyle/>
        <a:p>
          <a:endParaRPr lang="en-US"/>
        </a:p>
      </dgm:t>
    </dgm:pt>
    <dgm:pt modelId="{79E87185-D6BC-479E-9CCD-24FC87C97853}" type="pres">
      <dgm:prSet presAssocID="{92F5428F-47D6-4280-820E-A9966FB84CD0}" presName="linear" presStyleCnt="0">
        <dgm:presLayoutVars>
          <dgm:animLvl val="lvl"/>
          <dgm:resizeHandles val="exact"/>
        </dgm:presLayoutVars>
      </dgm:prSet>
      <dgm:spPr/>
    </dgm:pt>
    <dgm:pt modelId="{4B044B19-8F14-4BD9-A8AB-27EBBA689F6B}" type="pres">
      <dgm:prSet presAssocID="{49AF88C6-E507-4FFF-9CE2-F33340644B9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489D83D-68DB-4EED-9DA7-C8A7C439F0CE}" type="presOf" srcId="{92F5428F-47D6-4280-820E-A9966FB84CD0}" destId="{79E87185-D6BC-479E-9CCD-24FC87C97853}" srcOrd="0" destOrd="0" presId="urn:microsoft.com/office/officeart/2005/8/layout/vList2"/>
    <dgm:cxn modelId="{3AE96B4A-AB7B-4D56-B07C-3B76BE160197}" type="presOf" srcId="{49AF88C6-E507-4FFF-9CE2-F33340644B9B}" destId="{4B044B19-8F14-4BD9-A8AB-27EBBA689F6B}" srcOrd="0" destOrd="0" presId="urn:microsoft.com/office/officeart/2005/8/layout/vList2"/>
    <dgm:cxn modelId="{BB90ABF1-4B82-4263-8389-45006E3D2736}" srcId="{92F5428F-47D6-4280-820E-A9966FB84CD0}" destId="{49AF88C6-E507-4FFF-9CE2-F33340644B9B}" srcOrd="0" destOrd="0" parTransId="{D730F5BD-76E0-44B2-B1C3-B61471D31BE6}" sibTransId="{047866F6-150D-438F-9B9D-995ACDDBE6F5}"/>
    <dgm:cxn modelId="{3E178707-E13B-4737-AF36-C582C9129C51}" type="presParOf" srcId="{79E87185-D6BC-479E-9CCD-24FC87C97853}" destId="{4B044B19-8F14-4BD9-A8AB-27EBBA689F6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BF970-3BD2-4930-A951-05AD36788382}">
      <dsp:nvSpPr>
        <dsp:cNvPr id="0" name=""/>
        <dsp:cNvSpPr/>
      </dsp:nvSpPr>
      <dsp:spPr>
        <a:xfrm>
          <a:off x="0" y="5828"/>
          <a:ext cx="10058399" cy="1439099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baseline="0"/>
            <a:t>Alter Company – Steps</a:t>
          </a:r>
          <a:endParaRPr lang="en-US" sz="6000" kern="1200"/>
        </a:p>
      </dsp:txBody>
      <dsp:txXfrm>
        <a:off x="70251" y="76079"/>
        <a:ext cx="9917897" cy="12985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7453B-6053-4CBB-81FF-244B5B38D12E}">
      <dsp:nvSpPr>
        <dsp:cNvPr id="0" name=""/>
        <dsp:cNvSpPr/>
      </dsp:nvSpPr>
      <dsp:spPr>
        <a:xfrm>
          <a:off x="0" y="0"/>
          <a:ext cx="10058399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129A4BD-C629-4B7E-A9D5-DC879C88082F}">
      <dsp:nvSpPr>
        <dsp:cNvPr id="0" name=""/>
        <dsp:cNvSpPr/>
      </dsp:nvSpPr>
      <dsp:spPr>
        <a:xfrm>
          <a:off x="0" y="0"/>
          <a:ext cx="10058399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Go to Company Info.</a:t>
          </a:r>
        </a:p>
      </dsp:txBody>
      <dsp:txXfrm>
        <a:off x="0" y="0"/>
        <a:ext cx="10058399" cy="1005840"/>
      </dsp:txXfrm>
    </dsp:sp>
    <dsp:sp modelId="{0AC8D5E4-D15E-4CB8-B353-98B6D063A3B5}">
      <dsp:nvSpPr>
        <dsp:cNvPr id="0" name=""/>
        <dsp:cNvSpPr/>
      </dsp:nvSpPr>
      <dsp:spPr>
        <a:xfrm>
          <a:off x="0" y="1005840"/>
          <a:ext cx="10058399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8D50CF5-1793-434E-B4CD-F64D1B829514}">
      <dsp:nvSpPr>
        <dsp:cNvPr id="0" name=""/>
        <dsp:cNvSpPr/>
      </dsp:nvSpPr>
      <dsp:spPr>
        <a:xfrm>
          <a:off x="0" y="1005840"/>
          <a:ext cx="10058399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Select Alter.</a:t>
          </a:r>
        </a:p>
      </dsp:txBody>
      <dsp:txXfrm>
        <a:off x="0" y="1005840"/>
        <a:ext cx="10058399" cy="1005840"/>
      </dsp:txXfrm>
    </dsp:sp>
    <dsp:sp modelId="{274CEF57-603D-48FE-9D99-8E3233E97ABE}">
      <dsp:nvSpPr>
        <dsp:cNvPr id="0" name=""/>
        <dsp:cNvSpPr/>
      </dsp:nvSpPr>
      <dsp:spPr>
        <a:xfrm>
          <a:off x="0" y="2011680"/>
          <a:ext cx="10058399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3077880-EFE3-4C19-BC17-5FD56CD32AA7}">
      <dsp:nvSpPr>
        <dsp:cNvPr id="0" name=""/>
        <dsp:cNvSpPr/>
      </dsp:nvSpPr>
      <dsp:spPr>
        <a:xfrm>
          <a:off x="0" y="2011680"/>
          <a:ext cx="10058399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Choose the company.</a:t>
          </a:r>
        </a:p>
      </dsp:txBody>
      <dsp:txXfrm>
        <a:off x="0" y="2011680"/>
        <a:ext cx="10058399" cy="1005840"/>
      </dsp:txXfrm>
    </dsp:sp>
    <dsp:sp modelId="{60F2D213-D1E0-46C6-978F-3DB383C06732}">
      <dsp:nvSpPr>
        <dsp:cNvPr id="0" name=""/>
        <dsp:cNvSpPr/>
      </dsp:nvSpPr>
      <dsp:spPr>
        <a:xfrm>
          <a:off x="0" y="3017520"/>
          <a:ext cx="10058399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69B571C-7FB1-4BFA-AF8C-A1F11E75F5F1}">
      <dsp:nvSpPr>
        <dsp:cNvPr id="0" name=""/>
        <dsp:cNvSpPr/>
      </dsp:nvSpPr>
      <dsp:spPr>
        <a:xfrm>
          <a:off x="0" y="3017520"/>
          <a:ext cx="10058399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Make changes and press Ctrl + A.</a:t>
          </a:r>
        </a:p>
      </dsp:txBody>
      <dsp:txXfrm>
        <a:off x="0" y="3017520"/>
        <a:ext cx="10058399" cy="1005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D2092-4104-4268-B0F1-E319DDBAD640}">
      <dsp:nvSpPr>
        <dsp:cNvPr id="0" name=""/>
        <dsp:cNvSpPr/>
      </dsp:nvSpPr>
      <dsp:spPr>
        <a:xfrm>
          <a:off x="0" y="5828"/>
          <a:ext cx="10058399" cy="14390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baseline="0"/>
            <a:t>Delete Company</a:t>
          </a:r>
          <a:endParaRPr lang="en-US" sz="6000" kern="1200"/>
        </a:p>
      </dsp:txBody>
      <dsp:txXfrm>
        <a:off x="70251" y="76079"/>
        <a:ext cx="9917897" cy="12985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F8F556-7362-45BE-AAF5-75EE9A4930FA}">
      <dsp:nvSpPr>
        <dsp:cNvPr id="0" name=""/>
        <dsp:cNvSpPr/>
      </dsp:nvSpPr>
      <dsp:spPr>
        <a:xfrm>
          <a:off x="0" y="33120"/>
          <a:ext cx="10058399" cy="190943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Delete Company removes the company permanently.</a:t>
          </a:r>
        </a:p>
      </dsp:txBody>
      <dsp:txXfrm>
        <a:off x="93211" y="126331"/>
        <a:ext cx="9871977" cy="1723017"/>
      </dsp:txXfrm>
    </dsp:sp>
    <dsp:sp modelId="{D36C12F5-601B-4A94-B7F4-F34D68165232}">
      <dsp:nvSpPr>
        <dsp:cNvPr id="0" name=""/>
        <dsp:cNvSpPr/>
      </dsp:nvSpPr>
      <dsp:spPr>
        <a:xfrm>
          <a:off x="0" y="2080800"/>
          <a:ext cx="10058399" cy="190943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Once deleted, data cannot be recovered.</a:t>
          </a:r>
        </a:p>
      </dsp:txBody>
      <dsp:txXfrm>
        <a:off x="93211" y="2174011"/>
        <a:ext cx="9871977" cy="17230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21061-3C91-48F4-97C1-6FFAFDC16B89}">
      <dsp:nvSpPr>
        <dsp:cNvPr id="0" name=""/>
        <dsp:cNvSpPr/>
      </dsp:nvSpPr>
      <dsp:spPr>
        <a:xfrm>
          <a:off x="3218687" y="2013"/>
          <a:ext cx="3621024" cy="96851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Go to Company Info.</a:t>
          </a:r>
        </a:p>
      </dsp:txBody>
      <dsp:txXfrm>
        <a:off x="3265966" y="49292"/>
        <a:ext cx="3526466" cy="873955"/>
      </dsp:txXfrm>
    </dsp:sp>
    <dsp:sp modelId="{6BCF0B66-41B3-407F-89DE-08FDCF14CA59}">
      <dsp:nvSpPr>
        <dsp:cNvPr id="0" name=""/>
        <dsp:cNvSpPr/>
      </dsp:nvSpPr>
      <dsp:spPr>
        <a:xfrm>
          <a:off x="3218687" y="1018953"/>
          <a:ext cx="3621024" cy="96851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Select Alter.</a:t>
          </a:r>
        </a:p>
      </dsp:txBody>
      <dsp:txXfrm>
        <a:off x="3265966" y="1066232"/>
        <a:ext cx="3526466" cy="873955"/>
      </dsp:txXfrm>
    </dsp:sp>
    <dsp:sp modelId="{441F6CCA-95E5-4FCA-BA27-6DF2219A0437}">
      <dsp:nvSpPr>
        <dsp:cNvPr id="0" name=""/>
        <dsp:cNvSpPr/>
      </dsp:nvSpPr>
      <dsp:spPr>
        <a:xfrm>
          <a:off x="3218687" y="2035892"/>
          <a:ext cx="3621024" cy="96851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Choose the company.</a:t>
          </a:r>
        </a:p>
      </dsp:txBody>
      <dsp:txXfrm>
        <a:off x="3265966" y="2083171"/>
        <a:ext cx="3526466" cy="873955"/>
      </dsp:txXfrm>
    </dsp:sp>
    <dsp:sp modelId="{5A67A91E-2D1B-4E00-A78D-DD2AE969A060}">
      <dsp:nvSpPr>
        <dsp:cNvPr id="0" name=""/>
        <dsp:cNvSpPr/>
      </dsp:nvSpPr>
      <dsp:spPr>
        <a:xfrm>
          <a:off x="3218687" y="3052832"/>
          <a:ext cx="3621024" cy="96851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Press Alt + D and confirm.</a:t>
          </a:r>
        </a:p>
      </dsp:txBody>
      <dsp:txXfrm>
        <a:off x="3265966" y="3100111"/>
        <a:ext cx="3526466" cy="8739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44B19-8F14-4BD9-A8AB-27EBBA689F6B}">
      <dsp:nvSpPr>
        <dsp:cNvPr id="0" name=""/>
        <dsp:cNvSpPr/>
      </dsp:nvSpPr>
      <dsp:spPr>
        <a:xfrm>
          <a:off x="0" y="5828"/>
          <a:ext cx="10058399" cy="14390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baseline="0"/>
            <a:t>Delete Company – Steps</a:t>
          </a:r>
          <a:endParaRPr lang="en-US" sz="6000" kern="1200"/>
        </a:p>
      </dsp:txBody>
      <dsp:txXfrm>
        <a:off x="70251" y="76079"/>
        <a:ext cx="9917897" cy="1298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184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0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100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5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92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5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6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9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97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5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23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CREATION IN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creation is the first and most important step in Tally.</a:t>
            </a:r>
          </a:p>
          <a:p>
            <a:r>
              <a:t>Before entering any transactions, we must create a company.</a:t>
            </a:r>
          </a:p>
          <a:p>
            <a:r>
              <a:t>All accounting data is stored inside the company.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Company means creating a new business account in Tally.</a:t>
            </a:r>
          </a:p>
          <a:p>
            <a:r>
              <a:t>Once the company is created, we can start accounting work.</a:t>
            </a:r>
          </a:p>
          <a:p>
            <a:r>
              <a:t>Each business must have a separate company.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Create a Company?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Accounting cannot be done without creating a company.</a:t>
            </a:r>
          </a:p>
          <a:p>
            <a:r>
              <a:t>Each business needs separate records.</a:t>
            </a:r>
          </a:p>
          <a:p>
            <a:r>
              <a:t>Reports are generated company-wise.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Company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Tally software.</a:t>
            </a:r>
          </a:p>
          <a:p>
            <a:r>
              <a:t>Go to Company Info.</a:t>
            </a:r>
          </a:p>
          <a:p>
            <a:r>
              <a:t>Select Create Company.</a:t>
            </a:r>
          </a:p>
          <a:p>
            <a:r>
              <a:t>Enter company details.</a:t>
            </a:r>
          </a:p>
          <a:p>
            <a:r>
              <a:t>Press Ctrl + A to save.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 Required While Creating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Name</a:t>
            </a:r>
          </a:p>
          <a:p>
            <a:r>
              <a:t>Mailing Address</a:t>
            </a:r>
          </a:p>
          <a:p>
            <a:r>
              <a:t>Country and State</a:t>
            </a:r>
          </a:p>
          <a:p>
            <a:r>
              <a:t>Financial Year</a:t>
            </a:r>
          </a:p>
          <a:p>
            <a:r>
              <a:t>Books Beginning From</a:t>
            </a:r>
          </a:p>
          <a:p>
            <a:r>
              <a:t>Currency Symbol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year means the accounting year.</a:t>
            </a:r>
          </a:p>
          <a:p>
            <a:r>
              <a:t>In India, it starts on 1st April and ends on 31st March.</a:t>
            </a:r>
          </a:p>
          <a:p>
            <a:r>
              <a:t>We must choose the correct financial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Books Beginning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date from which accounting starts.</a:t>
            </a:r>
          </a:p>
          <a:p>
            <a:r>
              <a:t>Usually it is the same as the financial year start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entering all details, press Ctrl + A.</a:t>
            </a:r>
          </a:p>
          <a:p>
            <a:r>
              <a:t>Company will be created successfully.</a:t>
            </a:r>
          </a:p>
          <a:p>
            <a:r>
              <a:t>Now the company is ready for accounting.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Company is used to open an existing company.</a:t>
            </a:r>
          </a:p>
          <a:p>
            <a:r>
              <a:t>If multiple companies exist, we choose the required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 Company –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Company Info.</a:t>
            </a:r>
          </a:p>
          <a:p>
            <a:r>
              <a:t>Select Select Company.</a:t>
            </a:r>
          </a:p>
          <a:p>
            <a:r>
              <a:t>Choose the required company.</a:t>
            </a:r>
          </a:p>
          <a:p>
            <a:r>
              <a:t>Press Enter to open.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Alter Company is used to modify existing company details.</a:t>
            </a:r>
          </a:p>
          <a:p>
            <a:r>
              <a:t>We can change address, contact details, and settings.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 Company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address or phone number changes.</a:t>
            </a:r>
          </a:p>
          <a:p>
            <a:r>
              <a:t>When settings need correction.</a:t>
            </a:r>
          </a:p>
          <a:p>
            <a:r>
              <a:t>Existing data will not be affected.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D8F6B25-A101-80D5-7B01-B9C5F214D2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6516478"/>
              </p:ext>
            </p:extLst>
          </p:nvPr>
        </p:nvGraphicFramePr>
        <p:xfrm>
          <a:off x="1097280" y="286603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8E101FF-2485-3081-BEFB-056120C8F5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520365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D527903-93A9-8BF7-2FAC-BAB8C69A76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7356395"/>
              </p:ext>
            </p:extLst>
          </p:nvPr>
        </p:nvGraphicFramePr>
        <p:xfrm>
          <a:off x="1097280" y="286603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DA6613-6B96-DE8C-746D-321708FC81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926097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B7F3357-755A-F2B1-9D6D-C546CF7B44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0411117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27536E6-AE73-FE1B-3A19-4BC6020DA8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1486003"/>
              </p:ext>
            </p:extLst>
          </p:nvPr>
        </p:nvGraphicFramePr>
        <p:xfrm>
          <a:off x="1097280" y="286603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Delete a Company?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created by mistake.</a:t>
            </a:r>
          </a:p>
          <a:p>
            <a:r>
              <a:t>Duplicate company.</a:t>
            </a:r>
          </a:p>
          <a:p>
            <a:r>
              <a:t>Practice company not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Features (F11)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F11 is used to enable or disable company features.</a:t>
            </a:r>
          </a:p>
          <a:p>
            <a:r>
              <a:t>Features depend on business requirements.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F11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Accounting Features.</a:t>
            </a:r>
          </a:p>
          <a:p>
            <a:r>
              <a:t>Enable Inventory.</a:t>
            </a:r>
          </a:p>
          <a:p>
            <a:r>
              <a:t>Enable GST.</a:t>
            </a:r>
          </a:p>
          <a:p>
            <a:r>
              <a:t>Enable Payroll.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(F12)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F12 controls how Tally works and behaves.</a:t>
            </a:r>
          </a:p>
          <a:p>
            <a:r>
              <a:t>It affects voucher entry, printing, and display.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Between F11 and F12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F11 controls what the business can do.</a:t>
            </a:r>
          </a:p>
          <a:p>
            <a:r>
              <a:t>F12 controls how Tally behaves.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creation is the first step.</a:t>
            </a:r>
          </a:p>
          <a:p>
            <a:r>
              <a:t>Create, Select, Alter, Delete are company options.</a:t>
            </a:r>
          </a:p>
          <a:p>
            <a:r>
              <a:t>F11 manages features.</a:t>
            </a:r>
          </a:p>
          <a:p>
            <a:r>
              <a:t>F12 manages configuration.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14</TotalTime>
  <Words>506</Words>
  <Application>Microsoft Office PowerPoint</Application>
  <PresentationFormat>Widescreen</PresentationFormat>
  <Paragraphs>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Calibri</vt:lpstr>
      <vt:lpstr>Calibri Light</vt:lpstr>
      <vt:lpstr>Retrospect</vt:lpstr>
      <vt:lpstr>COMPANY CREATION IN TALLY</vt:lpstr>
      <vt:lpstr>Create Company</vt:lpstr>
      <vt:lpstr>Why Create a Company?</vt:lpstr>
      <vt:lpstr>Create Company – Step by Step</vt:lpstr>
      <vt:lpstr>Details Required While Creating Company</vt:lpstr>
      <vt:lpstr>Financial Year</vt:lpstr>
      <vt:lpstr>Books Beginning From</vt:lpstr>
      <vt:lpstr>Save Company</vt:lpstr>
      <vt:lpstr>Select Company</vt:lpstr>
      <vt:lpstr>Select Company – Steps</vt:lpstr>
      <vt:lpstr>Alter Company</vt:lpstr>
      <vt:lpstr>Alter Company – When Used?</vt:lpstr>
      <vt:lpstr>PowerPoint Presentation</vt:lpstr>
      <vt:lpstr>PowerPoint Presentation</vt:lpstr>
      <vt:lpstr>PowerPoint Presentation</vt:lpstr>
      <vt:lpstr>When to Delete a Company?</vt:lpstr>
      <vt:lpstr>Company Features (F11)</vt:lpstr>
      <vt:lpstr>Important F11 Features</vt:lpstr>
      <vt:lpstr>Configuration (F12)</vt:lpstr>
      <vt:lpstr>Difference Between F11 and F12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Rangaswamy RSP</cp:lastModifiedBy>
  <cp:revision>4</cp:revision>
  <dcterms:created xsi:type="dcterms:W3CDTF">2013-01-27T09:14:16Z</dcterms:created>
  <dcterms:modified xsi:type="dcterms:W3CDTF">2025-12-25T08:02:16Z</dcterms:modified>
  <cp:category/>
</cp:coreProperties>
</file>