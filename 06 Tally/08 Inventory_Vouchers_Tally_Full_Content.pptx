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9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7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8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7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4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8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6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6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077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VOUCHERS –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vouchers are used to record movement of stock in Tally.</a:t>
            </a:r>
          </a:p>
          <a:p>
            <a:r>
              <a:t>They control quantity and value of inventory.</a:t>
            </a:r>
          </a:p>
          <a:p>
            <a:r>
              <a:t>They are mainly used in inventory-based businesses.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Vouchers –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Note</a:t>
            </a:r>
          </a:p>
          <a:p>
            <a:r>
              <a:t>Receipt Note</a:t>
            </a:r>
          </a:p>
          <a:p>
            <a:r>
              <a:t>Rejections In</a:t>
            </a:r>
          </a:p>
          <a:p>
            <a:r>
              <a:t>Rejections Out</a:t>
            </a:r>
          </a:p>
          <a:p>
            <a:r>
              <a:t>Stock Journal</a:t>
            </a:r>
          </a:p>
          <a:p>
            <a:r>
              <a:t>Physical Stock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Note is used when goods are delivered to customers.</a:t>
            </a:r>
          </a:p>
          <a:p>
            <a:r>
              <a:t>It records outward movement of stock.</a:t>
            </a:r>
          </a:p>
          <a:p>
            <a:r>
              <a:t>It does not affect accounting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Note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Goods sent to customer before invoice.</a:t>
            </a:r>
          </a:p>
          <a:p>
            <a:r>
              <a:t>Goods sent on approval basis.</a:t>
            </a:r>
          </a:p>
          <a:p>
            <a:r>
              <a:t>Goods transferred to another branch.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Note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Inventory Vouchers.</a:t>
            </a:r>
          </a:p>
          <a:p>
            <a:r>
              <a:t>Choose Delivery Note.</a:t>
            </a:r>
          </a:p>
          <a:p>
            <a:r>
              <a:t>Enter customer and stock details.</a:t>
            </a:r>
          </a:p>
          <a:p>
            <a:r>
              <a:t>Save the voucher.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Receipt Note is used when goods are received from supplier.</a:t>
            </a:r>
          </a:p>
          <a:p>
            <a:r>
              <a:t>It records inward movement of stock.</a:t>
            </a:r>
          </a:p>
          <a:p>
            <a:r>
              <a:t>It is used before purchase invoice.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Note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Goods received before bill.</a:t>
            </a:r>
          </a:p>
          <a:p>
            <a:r>
              <a:t>Goods received for verification.</a:t>
            </a:r>
          </a:p>
          <a:p>
            <a:r>
              <a:t>Goods received on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Note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Inventory Vouchers.</a:t>
            </a:r>
          </a:p>
          <a:p>
            <a:r>
              <a:t>Choose Receipt Note.</a:t>
            </a:r>
          </a:p>
          <a:p>
            <a:r>
              <a:t>Enter supplier and stock details.</a:t>
            </a:r>
          </a:p>
          <a:p>
            <a:r>
              <a:t>Save the voucher.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Rejections In is used when customers return goods.</a:t>
            </a:r>
          </a:p>
          <a:p>
            <a:r>
              <a:t>It records inward stock due to sales return.</a:t>
            </a:r>
          </a:p>
          <a:p>
            <a:r>
              <a:t>It increases stock quantity.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Rejections In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returns damaged goods.</a:t>
            </a:r>
          </a:p>
          <a:p>
            <a:r>
              <a:t>Returned goods are added back to stock.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Rejections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Rejections Out is used when goods are returned to suppliers.</a:t>
            </a:r>
          </a:p>
          <a:p>
            <a:r>
              <a:t>It records outward stock due to purchase return.</a:t>
            </a:r>
          </a:p>
          <a:p>
            <a:r>
              <a:t>It reduces stock quantity.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Rejections Out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Damaged goods returned to supplier.</a:t>
            </a:r>
          </a:p>
          <a:p>
            <a:r>
              <a:t>Wrong items returned.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Journal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Journal is used for stock transfer or manufacturing.</a:t>
            </a:r>
          </a:p>
          <a:p>
            <a:r>
              <a:t>It is used to move stock between locations or items.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Journal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stock between godowns.</a:t>
            </a:r>
          </a:p>
          <a:p>
            <a:r>
              <a:t>Convert raw materials into finished goods.</a:t>
            </a:r>
          </a:p>
          <a:p>
            <a:r>
              <a:t>Stock adjustment.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Journal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Inventory Vouchers.</a:t>
            </a:r>
          </a:p>
          <a:p>
            <a:r>
              <a:t>Choose Stock Journal.</a:t>
            </a:r>
          </a:p>
          <a:p>
            <a:r>
              <a:t>Enter source and destination details.</a:t>
            </a:r>
          </a:p>
          <a:p>
            <a:r>
              <a:t>Save the voucher.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Stock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 Stock is used to adjust stock as per physical verification.</a:t>
            </a:r>
          </a:p>
          <a:p>
            <a:r>
              <a:t>It corrects differences between actual and book stock.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Stock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stock verification.</a:t>
            </a:r>
          </a:p>
          <a:p>
            <a:r>
              <a:t>Mismatch between physical and system stock.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Stock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Inventory Vouchers.</a:t>
            </a:r>
          </a:p>
          <a:p>
            <a:r>
              <a:t>Choose Physical Stock.</a:t>
            </a:r>
          </a:p>
          <a:p>
            <a:r>
              <a:t>Enter actual quantity.</a:t>
            </a:r>
          </a:p>
          <a:p>
            <a:r>
              <a:t>Save the voucher.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Delivery Note and Sales Invoice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Note affects stock only.</a:t>
            </a:r>
          </a:p>
          <a:p>
            <a:r>
              <a:t>Sales Invoice affects stock and accounting.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vouchers control stock movement.</a:t>
            </a:r>
          </a:p>
          <a:p>
            <a:r>
              <a:t>Different vouchers are used for different stock activities.</a:t>
            </a:r>
          </a:p>
          <a:p>
            <a:r>
              <a:t>Correct usage gives accurate inventory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</TotalTime>
  <Words>476</Words>
  <Application>Microsoft Office PowerPoint</Application>
  <PresentationFormat>Widescreen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Gill Sans MT</vt:lpstr>
      <vt:lpstr>Wingdings 2</vt:lpstr>
      <vt:lpstr>Dividend</vt:lpstr>
      <vt:lpstr>INVENTORY VOUCHERS – TALLY</vt:lpstr>
      <vt:lpstr>Inventory Vouchers – Types</vt:lpstr>
      <vt:lpstr>Delivery Note</vt:lpstr>
      <vt:lpstr>Delivery Note – When Used?</vt:lpstr>
      <vt:lpstr>Delivery Note – Step by Step</vt:lpstr>
      <vt:lpstr>Receipt Note</vt:lpstr>
      <vt:lpstr>Receipt Note – When Used?</vt:lpstr>
      <vt:lpstr>Receipt Note – Step by Step</vt:lpstr>
      <vt:lpstr>Rejections In</vt:lpstr>
      <vt:lpstr>Rejections In – Example</vt:lpstr>
      <vt:lpstr>Rejections Out</vt:lpstr>
      <vt:lpstr>Rejections Out – Example</vt:lpstr>
      <vt:lpstr>Stock Journal</vt:lpstr>
      <vt:lpstr>Stock Journal – When Used?</vt:lpstr>
      <vt:lpstr>Stock Journal – Step by Step</vt:lpstr>
      <vt:lpstr>Physical Stock</vt:lpstr>
      <vt:lpstr>Physical Stock – When Used?</vt:lpstr>
      <vt:lpstr>Physical Stock – Step by Step</vt:lpstr>
      <vt:lpstr>Difference Between Delivery Note and Sales Invoice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2</cp:revision>
  <dcterms:created xsi:type="dcterms:W3CDTF">2013-01-27T09:14:16Z</dcterms:created>
  <dcterms:modified xsi:type="dcterms:W3CDTF">2025-12-25T07:05:25Z</dcterms:modified>
  <cp:category/>
</cp:coreProperties>
</file>