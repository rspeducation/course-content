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4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6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56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0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12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264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3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01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38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9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11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577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4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673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15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901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8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MASTERS –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masters are used to manage stock in Tally.</a:t>
            </a:r>
          </a:p>
          <a:p>
            <a:r>
              <a:t>They help in tracking quantity, value, and movement of goods.</a:t>
            </a:r>
          </a:p>
          <a:p>
            <a:r>
              <a:t>Inventory masters are required for businesses dealing with goods.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Inventory Masters –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Stock Groups</a:t>
            </a:r>
          </a:p>
          <a:p>
            <a:r>
              <a:rPr dirty="0"/>
              <a:t>Stock Categories</a:t>
            </a:r>
          </a:p>
          <a:p>
            <a:r>
              <a:rPr dirty="0"/>
              <a:t>Stock Items</a:t>
            </a:r>
          </a:p>
          <a:p>
            <a:r>
              <a:rPr dirty="0"/>
              <a:t>Units of Measure</a:t>
            </a:r>
          </a:p>
          <a:p>
            <a:r>
              <a:rPr dirty="0"/>
              <a:t>Godowns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Stock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Stock groups are used to classify similar stock items.</a:t>
            </a:r>
          </a:p>
          <a:p>
            <a:r>
              <a:rPr dirty="0"/>
              <a:t>They help in organizing inventory systematically.</a:t>
            </a:r>
          </a:p>
          <a:p>
            <a:r>
              <a:rPr dirty="0"/>
              <a:t>Stock groups give summarized inventory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Stock Groups Are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group similar items together.</a:t>
            </a:r>
          </a:p>
          <a:p>
            <a:r>
              <a:rPr dirty="0"/>
              <a:t>To get group-wise stock reports.</a:t>
            </a:r>
          </a:p>
          <a:p>
            <a:r>
              <a:rPr dirty="0"/>
              <a:t>To simplify inventory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Stock Group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Stock Group.</a:t>
            </a:r>
          </a:p>
          <a:p>
            <a:r>
              <a:t>Enter stock group name.</a:t>
            </a:r>
          </a:p>
          <a:p>
            <a:r>
              <a:t>Select parent group.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Stock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Group Name: Electronics</a:t>
            </a:r>
          </a:p>
          <a:p>
            <a:r>
              <a:t>Under Group: Primary</a:t>
            </a:r>
          </a:p>
          <a:p>
            <a:r>
              <a:t>All electronic items will be created under this 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Stock Categories?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categories are used for parallel classification of stock items.</a:t>
            </a:r>
          </a:p>
          <a:p>
            <a:r>
              <a:t>They allow classification across different stock groups.</a:t>
            </a:r>
          </a:p>
          <a:p>
            <a:r>
              <a:t>They are optional in Tally.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Stock Categories Are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compare items across groups.</a:t>
            </a:r>
          </a:p>
          <a:p>
            <a:r>
              <a:t>To get category-wise stock reports.</a:t>
            </a:r>
          </a:p>
          <a:p>
            <a:r>
              <a:t>Useful for brand or type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Stock Category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Stock Category.</a:t>
            </a:r>
          </a:p>
          <a:p>
            <a:r>
              <a:t>Enter category name.</a:t>
            </a:r>
          </a:p>
          <a:p>
            <a:r>
              <a:t>Select parent category.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Stock Items?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items are actual goods bought or sold.</a:t>
            </a:r>
          </a:p>
          <a:p>
            <a:r>
              <a:t>All inventory transactions are done using stock items.</a:t>
            </a:r>
          </a:p>
          <a:p>
            <a:r>
              <a:t>Each stock item belongs to a stock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Stock Item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Stock Item.</a:t>
            </a:r>
          </a:p>
          <a:p>
            <a:r>
              <a:t>Enter stock item name.</a:t>
            </a:r>
          </a:p>
          <a:p>
            <a:r>
              <a:t>Select stock group.</a:t>
            </a:r>
          </a:p>
          <a:p>
            <a:r>
              <a:t>Select unit of measure.</a:t>
            </a:r>
          </a:p>
          <a:p>
            <a:r>
              <a:t>Enter opening balance if any.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Stock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Item Name: Laptop</a:t>
            </a:r>
          </a:p>
          <a:p>
            <a:r>
              <a:t>Stock Group: Electronics</a:t>
            </a:r>
          </a:p>
          <a:p>
            <a:r>
              <a:t>Unit: Numbers</a:t>
            </a:r>
          </a:p>
          <a:p>
            <a:r>
              <a:t>Stock item is ready for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Units of Measure?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Units of measure define how stock quantity is measured.</a:t>
            </a:r>
          </a:p>
          <a:p>
            <a:r>
              <a:t>They are required to record stock quantities correctly.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Units of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Units – Numbers, Kilograms, Liters.</a:t>
            </a:r>
          </a:p>
          <a:p>
            <a:r>
              <a:t>Compound Units – Box of 10, Dozen.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Unit of Measure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Units.</a:t>
            </a:r>
          </a:p>
          <a:p>
            <a:r>
              <a:t>Select Simple or Compound.</a:t>
            </a:r>
          </a:p>
          <a:p>
            <a:r>
              <a:t>Enter unit symbol and formal name.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Godowns?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Godowns are used to store stock physically.</a:t>
            </a:r>
          </a:p>
          <a:p>
            <a:r>
              <a:t>They represent warehouses or storage locations.</a:t>
            </a:r>
          </a:p>
          <a:p>
            <a:r>
              <a:t>Godowns help in location-wise stock management.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Godowns Are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67092"/>
            <a:ext cx="9601196" cy="3318936"/>
          </a:xfrm>
        </p:spPr>
        <p:txBody>
          <a:bodyPr/>
          <a:lstStyle/>
          <a:p>
            <a:r>
              <a:rPr dirty="0"/>
              <a:t>To manage stock at multiple locations.</a:t>
            </a:r>
          </a:p>
          <a:p>
            <a:r>
              <a:rPr dirty="0"/>
              <a:t>To track inward and outward stock movement.</a:t>
            </a:r>
          </a:p>
          <a:p>
            <a:r>
              <a:rPr dirty="0"/>
              <a:t>To know location-wise stock balance.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Godown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Godown.</a:t>
            </a:r>
          </a:p>
          <a:p>
            <a:r>
              <a:t>Enter godown name.</a:t>
            </a:r>
          </a:p>
          <a:p>
            <a:r>
              <a:t>Select parent godown.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Masters – Correct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create Stock Groups.</a:t>
            </a:r>
          </a:p>
          <a:p>
            <a:r>
              <a:t>Then create Units of Measure.</a:t>
            </a:r>
          </a:p>
          <a:p>
            <a:r>
              <a:t>Next create Stock Categories if required.</a:t>
            </a:r>
          </a:p>
          <a:p>
            <a:r>
              <a:t>Then create Stock Items.</a:t>
            </a:r>
          </a:p>
          <a:p>
            <a:r>
              <a:t>Finally create Godowns.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masters manage stock in Tally.</a:t>
            </a:r>
          </a:p>
          <a:p>
            <a:r>
              <a:t>Stock groups classify items.</a:t>
            </a:r>
          </a:p>
          <a:p>
            <a:r>
              <a:t>Stock items represent actual goods.</a:t>
            </a:r>
          </a:p>
          <a:p>
            <a:r>
              <a:t>Units define quantity.</a:t>
            </a:r>
          </a:p>
          <a:p>
            <a:r>
              <a:t>Godowns manage storage locations.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</TotalTime>
  <Words>586</Words>
  <Application>Microsoft Office PowerPoint</Application>
  <PresentationFormat>Widescreen</PresentationFormat>
  <Paragraphs>102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INVENTORY MASTERS – TALLY</vt:lpstr>
      <vt:lpstr>Inventory Masters – Types</vt:lpstr>
      <vt:lpstr>What are Stock Groups?</vt:lpstr>
      <vt:lpstr>Why Stock Groups Are Used?</vt:lpstr>
      <vt:lpstr>Create Stock Group – Step by Step</vt:lpstr>
      <vt:lpstr>Example – Stock Group</vt:lpstr>
      <vt:lpstr>What are Stock Categories?</vt:lpstr>
      <vt:lpstr>Why Stock Categories Are Used?</vt:lpstr>
      <vt:lpstr>Create Stock Category – Step by Step</vt:lpstr>
      <vt:lpstr>What are Stock Items?</vt:lpstr>
      <vt:lpstr>Create Stock Item – Step by Step</vt:lpstr>
      <vt:lpstr>Example – Stock Item</vt:lpstr>
      <vt:lpstr>What are Units of Measure?</vt:lpstr>
      <vt:lpstr>Types of Units of Measure</vt:lpstr>
      <vt:lpstr>Create Unit of Measure – Step by Step</vt:lpstr>
      <vt:lpstr>What are Godowns?</vt:lpstr>
      <vt:lpstr>Why Godowns Are Used?</vt:lpstr>
      <vt:lpstr>Create Godown – Step by Step</vt:lpstr>
      <vt:lpstr>Inventory Masters – Correct Order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3</cp:revision>
  <dcterms:created xsi:type="dcterms:W3CDTF">2013-01-27T09:14:16Z</dcterms:created>
  <dcterms:modified xsi:type="dcterms:W3CDTF">2025-12-25T07:05:37Z</dcterms:modified>
  <cp:category/>
</cp:coreProperties>
</file>