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6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5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03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17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9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1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9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01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51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70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14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09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3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61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3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narVert">
          <a:fgClr>
            <a:srgbClr val="0070C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7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VOUCHER TYPES – 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Voucher types are used to record business transactions in Tally.</a:t>
            </a:r>
          </a:p>
          <a:p>
            <a:r>
              <a:t>Each transaction must be entered through a specific voucher.</a:t>
            </a:r>
          </a:p>
          <a:p>
            <a:r>
              <a:t>Correct voucher selection gives correct accounting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Accounting Vouchers?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vouchers are used to record financial transactions.</a:t>
            </a:r>
          </a:p>
          <a:p>
            <a:r>
              <a:t>They affect cash, bank, income, expenses, assets, and liabilities.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Accounting Vouchers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Contra Voucher</a:t>
            </a:r>
          </a:p>
          <a:p>
            <a:r>
              <a:t>Payment Voucher</a:t>
            </a:r>
          </a:p>
          <a:p>
            <a:r>
              <a:t>Receipt Voucher</a:t>
            </a:r>
          </a:p>
          <a:p>
            <a:r>
              <a:t>Journal Voucher</a:t>
            </a:r>
          </a:p>
          <a:p>
            <a:r>
              <a:t>Sales Voucher</a:t>
            </a:r>
          </a:p>
          <a:p>
            <a:r>
              <a:t>Purchase Voucher</a:t>
            </a:r>
          </a:p>
          <a:p>
            <a:r>
              <a:t>Credit Note</a:t>
            </a:r>
          </a:p>
          <a:p>
            <a:r>
              <a:t>Debit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 Voucher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 voucher is used for cash and bank transactions.</a:t>
            </a:r>
          </a:p>
          <a:p>
            <a:r>
              <a:t>It is used when both debit and credit involve cash or bank.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 Voucher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deposited into bank.</a:t>
            </a:r>
          </a:p>
          <a:p>
            <a:r>
              <a:t>Cash withdrawn from bank.</a:t>
            </a:r>
          </a:p>
          <a:p>
            <a:r>
              <a:t>Bank to bank transfer.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 Voucher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A/c Dr</a:t>
            </a:r>
          </a:p>
          <a:p>
            <a:r>
              <a:t>To Bank A/c</a:t>
            </a:r>
          </a:p>
          <a:p>
            <a:r>
              <a:t>This entry is recorded using contra voucher.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Voucher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voucher is used to record all cash and bank payments.</a:t>
            </a:r>
          </a:p>
          <a:p>
            <a:r>
              <a:t>It is used when money goes out of the business.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Voucher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payment.</a:t>
            </a:r>
          </a:p>
          <a:p>
            <a:r>
              <a:t>Rent payment.</a:t>
            </a:r>
          </a:p>
          <a:p>
            <a:r>
              <a:t>Electricity bill payment.</a:t>
            </a:r>
          </a:p>
          <a:p>
            <a:r>
              <a:t>Supplier payment.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Voucher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 A/c Dr</a:t>
            </a:r>
          </a:p>
          <a:p>
            <a:r>
              <a:t>To Cash A/c</a:t>
            </a:r>
          </a:p>
          <a:p>
            <a:r>
              <a:t>This transaction is recorded using payment voucher.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Voucher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Receipt voucher is used to record cash and bank receipts.</a:t>
            </a:r>
          </a:p>
          <a:p>
            <a:r>
              <a:t>It is used when money comes into the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Voucher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received from customer.</a:t>
            </a:r>
          </a:p>
          <a:p>
            <a:r>
              <a:t>Bank interest received.</a:t>
            </a:r>
          </a:p>
          <a:p>
            <a:r>
              <a:t>Capital introduced.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Receipt Voucher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A/c Dr</a:t>
            </a:r>
          </a:p>
          <a:p>
            <a:r>
              <a:t>To Customer A/c</a:t>
            </a:r>
          </a:p>
          <a:p>
            <a:r>
              <a:t>This entry is recorded using receipt voucher.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Voucher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 voucher is used for non-cash transactions.</a:t>
            </a:r>
          </a:p>
          <a:p>
            <a:r>
              <a:t>It does not involve cash or bank accounts.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Voucher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Adjustment entries.</a:t>
            </a:r>
          </a:p>
          <a:p>
            <a:r>
              <a:t>Depreciation.</a:t>
            </a:r>
          </a:p>
          <a:p>
            <a:r>
              <a:t>Outstanding expenses.</a:t>
            </a:r>
          </a:p>
          <a:p>
            <a:r>
              <a:t>Provision entries.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Voucher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A/c Dr</a:t>
            </a:r>
          </a:p>
          <a:p>
            <a:r>
              <a:t>To Outstanding Salary A/c</a:t>
            </a:r>
          </a:p>
          <a:p>
            <a:r>
              <a:t>This adjustment is recorded using journal voucher.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Voucher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voucher is used to record sale of goods or services.</a:t>
            </a:r>
          </a:p>
          <a:p>
            <a:r>
              <a:t>It records credit and cash sales.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Voucher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Goods sold to customer.</a:t>
            </a:r>
          </a:p>
          <a:p>
            <a:r>
              <a:t>Services provided to client.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Voucher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A/c Dr</a:t>
            </a:r>
          </a:p>
          <a:p>
            <a:r>
              <a:t>To Sales A/c</a:t>
            </a:r>
          </a:p>
          <a:p>
            <a:r>
              <a:t>This entry is recorded using sales voucher.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Purchase Voucher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Purchase voucher is used to record purchase of goods or services.</a:t>
            </a:r>
          </a:p>
          <a:p>
            <a:r>
              <a:t>It records cash and credit purchases.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Purchase Voucher – When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Goods purchased from supplier.</a:t>
            </a:r>
          </a:p>
          <a:p>
            <a:r>
              <a:t>Expenses related to purchases.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Purchase Voucher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Purchase A/c Dr</a:t>
            </a:r>
          </a:p>
          <a:p>
            <a:r>
              <a:t>To Supplier A/c</a:t>
            </a:r>
          </a:p>
          <a:p>
            <a:r>
              <a:t>This entry is recorded using purchase voucher.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note is issued when sales value is reduced.</a:t>
            </a:r>
          </a:p>
          <a:p>
            <a:r>
              <a:t>It is used for sales return or excess amount charged.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Note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Return A/c Dr</a:t>
            </a:r>
          </a:p>
          <a:p>
            <a:r>
              <a:t>To Customer A/c</a:t>
            </a:r>
          </a:p>
          <a:p>
            <a:r>
              <a:t>This is recorded using credit note.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Debit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Debit note is issued when purchase value is reduced.</a:t>
            </a:r>
          </a:p>
          <a:p>
            <a:r>
              <a:t>It is used for purchase return or excess amount charged by supplier.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Debit Note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Supplier A/c Dr</a:t>
            </a:r>
          </a:p>
          <a:p>
            <a:r>
              <a:t>To Purchase Return A/c</a:t>
            </a:r>
          </a:p>
          <a:p>
            <a:r>
              <a:t>This is recorded using debit note.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 Voucher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transaction must be recorded using correct voucher.</a:t>
            </a:r>
          </a:p>
          <a:p>
            <a:r>
              <a:t>Wrong voucher leads to wrong reports.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Vouchers record all business transactions.</a:t>
            </a:r>
          </a:p>
          <a:p>
            <a:r>
              <a:t>Different vouchers are used for different purposes.</a:t>
            </a:r>
          </a:p>
          <a:p>
            <a:r>
              <a:t>Understanding vouchers is very important in Tally.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590</Words>
  <Application>Microsoft Office PowerPoint</Application>
  <PresentationFormat>Widescreen</PresentationFormat>
  <Paragraphs>103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Wingdings 3</vt:lpstr>
      <vt:lpstr>Ion Boardroom</vt:lpstr>
      <vt:lpstr>VOUCHER TYPES – TALLY</vt:lpstr>
      <vt:lpstr>What are Accounting Vouchers?</vt:lpstr>
      <vt:lpstr>Types of Accounting Vouchers</vt:lpstr>
      <vt:lpstr>Contra Voucher</vt:lpstr>
      <vt:lpstr>Contra Voucher – When Used?</vt:lpstr>
      <vt:lpstr>Contra Voucher – Example</vt:lpstr>
      <vt:lpstr>Payment Voucher</vt:lpstr>
      <vt:lpstr>Payment Voucher – When Used?</vt:lpstr>
      <vt:lpstr>Payment Voucher – Example</vt:lpstr>
      <vt:lpstr>Receipt Voucher</vt:lpstr>
      <vt:lpstr>Receipt Voucher – When Used?</vt:lpstr>
      <vt:lpstr>Receipt Voucher – Example</vt:lpstr>
      <vt:lpstr>Journal Voucher</vt:lpstr>
      <vt:lpstr>Journal Voucher – When Used?</vt:lpstr>
      <vt:lpstr>Journal Voucher – Example</vt:lpstr>
      <vt:lpstr>Sales Voucher</vt:lpstr>
      <vt:lpstr>Sales Voucher – When Used?</vt:lpstr>
      <vt:lpstr>Sales Voucher – Example</vt:lpstr>
      <vt:lpstr>Purchase Voucher</vt:lpstr>
      <vt:lpstr>Purchase Voucher – When Used?</vt:lpstr>
      <vt:lpstr>Purchase Voucher – Example</vt:lpstr>
      <vt:lpstr>Credit Note</vt:lpstr>
      <vt:lpstr>Credit Note – Example</vt:lpstr>
      <vt:lpstr>Debit Note</vt:lpstr>
      <vt:lpstr>Debit Note – Example</vt:lpstr>
      <vt:lpstr>Correct Voucher Selection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Rangaswamy RSP</cp:lastModifiedBy>
  <cp:revision>3</cp:revision>
  <dcterms:created xsi:type="dcterms:W3CDTF">2013-01-27T09:14:16Z</dcterms:created>
  <dcterms:modified xsi:type="dcterms:W3CDTF">2025-12-24T18:48:46Z</dcterms:modified>
  <cp:category/>
</cp:coreProperties>
</file>