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9FD86D-F1C9-4EDE-A6D6-75B59FEE2FC1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1A7E5BA-3CF3-4ACB-8F0C-5C9587557222}">
      <dgm:prSet/>
      <dgm:spPr/>
      <dgm:t>
        <a:bodyPr/>
        <a:lstStyle/>
        <a:p>
          <a:r>
            <a:rPr lang="en-US"/>
            <a:t>INTRODUCTION TO TALLY</a:t>
          </a:r>
        </a:p>
      </dgm:t>
    </dgm:pt>
    <dgm:pt modelId="{46ADA186-A163-4876-A747-790A9E6E60F8}" type="parTrans" cxnId="{9BAEE914-CA37-42F7-A9D5-C16DF75B5FE8}">
      <dgm:prSet/>
      <dgm:spPr/>
      <dgm:t>
        <a:bodyPr/>
        <a:lstStyle/>
        <a:p>
          <a:endParaRPr lang="en-US"/>
        </a:p>
      </dgm:t>
    </dgm:pt>
    <dgm:pt modelId="{14F791DB-3C0B-4A76-B606-B7BB8A8D773E}" type="sibTrans" cxnId="{9BAEE914-CA37-42F7-A9D5-C16DF75B5FE8}">
      <dgm:prSet/>
      <dgm:spPr/>
      <dgm:t>
        <a:bodyPr/>
        <a:lstStyle/>
        <a:p>
          <a:endParaRPr lang="en-US"/>
        </a:p>
      </dgm:t>
    </dgm:pt>
    <dgm:pt modelId="{555452E7-58D6-4AB2-BE9F-50BDDDB6A8D6}" type="pres">
      <dgm:prSet presAssocID="{929FD86D-F1C9-4EDE-A6D6-75B59FEE2FC1}" presName="linear" presStyleCnt="0">
        <dgm:presLayoutVars>
          <dgm:animLvl val="lvl"/>
          <dgm:resizeHandles val="exact"/>
        </dgm:presLayoutVars>
      </dgm:prSet>
      <dgm:spPr/>
    </dgm:pt>
    <dgm:pt modelId="{755A8DDD-EBEE-48A5-B702-07FCEE64E0DA}" type="pres">
      <dgm:prSet presAssocID="{B1A7E5BA-3CF3-4ACB-8F0C-5C958755722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BAEE914-CA37-42F7-A9D5-C16DF75B5FE8}" srcId="{929FD86D-F1C9-4EDE-A6D6-75B59FEE2FC1}" destId="{B1A7E5BA-3CF3-4ACB-8F0C-5C9587557222}" srcOrd="0" destOrd="0" parTransId="{46ADA186-A163-4876-A747-790A9E6E60F8}" sibTransId="{14F791DB-3C0B-4A76-B606-B7BB8A8D773E}"/>
    <dgm:cxn modelId="{C542FC35-7965-4C6F-9C8E-B3D2A0F3661A}" type="presOf" srcId="{929FD86D-F1C9-4EDE-A6D6-75B59FEE2FC1}" destId="{555452E7-58D6-4AB2-BE9F-50BDDDB6A8D6}" srcOrd="0" destOrd="0" presId="urn:microsoft.com/office/officeart/2005/8/layout/vList2"/>
    <dgm:cxn modelId="{C714EB47-16C8-4E7B-B9AB-1CCB6E78AF89}" type="presOf" srcId="{B1A7E5BA-3CF3-4ACB-8F0C-5C9587557222}" destId="{755A8DDD-EBEE-48A5-B702-07FCEE64E0DA}" srcOrd="0" destOrd="0" presId="urn:microsoft.com/office/officeart/2005/8/layout/vList2"/>
    <dgm:cxn modelId="{7D078184-BC43-4BA0-BA9F-E31FEEF9FA64}" type="presParOf" srcId="{555452E7-58D6-4AB2-BE9F-50BDDDB6A8D6}" destId="{755A8DDD-EBEE-48A5-B702-07FCEE64E0D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71A2FC-0537-4D81-9F0C-B56521C3B554}" type="doc">
      <dgm:prSet loTypeId="urn:microsoft.com/office/officeart/2005/8/layout/vList2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B989108-43B1-4189-909E-61C4AC1152D8}">
      <dgm:prSet/>
      <dgm:spPr/>
      <dgm:t>
        <a:bodyPr/>
        <a:lstStyle/>
        <a:p>
          <a:pPr algn="ctr"/>
          <a:r>
            <a:rPr lang="en-US" dirty="0"/>
            <a:t>What is Tally.?</a:t>
          </a:r>
        </a:p>
      </dgm:t>
    </dgm:pt>
    <dgm:pt modelId="{409B867F-822B-4929-85D9-0526BCDB7CD3}" type="parTrans" cxnId="{41070C30-C13B-4DCB-A72F-EF282254E3FB}">
      <dgm:prSet/>
      <dgm:spPr/>
      <dgm:t>
        <a:bodyPr/>
        <a:lstStyle/>
        <a:p>
          <a:endParaRPr lang="en-US"/>
        </a:p>
      </dgm:t>
    </dgm:pt>
    <dgm:pt modelId="{8111F568-4C0B-4266-8E7A-B713D4AF5BEA}" type="sibTrans" cxnId="{41070C30-C13B-4DCB-A72F-EF282254E3FB}">
      <dgm:prSet/>
      <dgm:spPr/>
      <dgm:t>
        <a:bodyPr/>
        <a:lstStyle/>
        <a:p>
          <a:endParaRPr lang="en-US"/>
        </a:p>
      </dgm:t>
    </dgm:pt>
    <dgm:pt modelId="{E8DD628F-B044-48FA-9B47-EB9FF221074D}" type="pres">
      <dgm:prSet presAssocID="{9F71A2FC-0537-4D81-9F0C-B56521C3B554}" presName="linear" presStyleCnt="0">
        <dgm:presLayoutVars>
          <dgm:animLvl val="lvl"/>
          <dgm:resizeHandles val="exact"/>
        </dgm:presLayoutVars>
      </dgm:prSet>
      <dgm:spPr/>
    </dgm:pt>
    <dgm:pt modelId="{6979F6A6-4151-4058-B6DD-8BCA253A1D32}" type="pres">
      <dgm:prSet presAssocID="{3B989108-43B1-4189-909E-61C4AC1152D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1070C30-C13B-4DCB-A72F-EF282254E3FB}" srcId="{9F71A2FC-0537-4D81-9F0C-B56521C3B554}" destId="{3B989108-43B1-4189-909E-61C4AC1152D8}" srcOrd="0" destOrd="0" parTransId="{409B867F-822B-4929-85D9-0526BCDB7CD3}" sibTransId="{8111F568-4C0B-4266-8E7A-B713D4AF5BEA}"/>
    <dgm:cxn modelId="{39E09835-DA7D-4206-B855-7ABAEA063217}" type="presOf" srcId="{9F71A2FC-0537-4D81-9F0C-B56521C3B554}" destId="{E8DD628F-B044-48FA-9B47-EB9FF221074D}" srcOrd="0" destOrd="0" presId="urn:microsoft.com/office/officeart/2005/8/layout/vList2"/>
    <dgm:cxn modelId="{AD1E0859-80FB-4D63-8BA6-53659BAD5D11}" type="presOf" srcId="{3B989108-43B1-4189-909E-61C4AC1152D8}" destId="{6979F6A6-4151-4058-B6DD-8BCA253A1D32}" srcOrd="0" destOrd="0" presId="urn:microsoft.com/office/officeart/2005/8/layout/vList2"/>
    <dgm:cxn modelId="{6392B444-23FE-474F-A3EF-3A831FDE6EE8}" type="presParOf" srcId="{E8DD628F-B044-48FA-9B47-EB9FF221074D}" destId="{6979F6A6-4151-4058-B6DD-8BCA253A1D3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5A8DDD-EBEE-48A5-B702-07FCEE64E0DA}">
      <dsp:nvSpPr>
        <dsp:cNvPr id="0" name=""/>
        <dsp:cNvSpPr/>
      </dsp:nvSpPr>
      <dsp:spPr>
        <a:xfrm>
          <a:off x="0" y="8433"/>
          <a:ext cx="9601196" cy="128700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INTRODUCTION TO TALLY</a:t>
          </a:r>
        </a:p>
      </dsp:txBody>
      <dsp:txXfrm>
        <a:off x="62826" y="71259"/>
        <a:ext cx="9475544" cy="11613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79F6A6-4151-4058-B6DD-8BCA253A1D32}">
      <dsp:nvSpPr>
        <dsp:cNvPr id="0" name=""/>
        <dsp:cNvSpPr/>
      </dsp:nvSpPr>
      <dsp:spPr>
        <a:xfrm>
          <a:off x="0" y="8433"/>
          <a:ext cx="9601196" cy="1287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 dirty="0"/>
            <a:t>What is Tally.?</a:t>
          </a:r>
        </a:p>
      </dsp:txBody>
      <dsp:txXfrm>
        <a:off x="62826" y="71259"/>
        <a:ext cx="9475544" cy="11613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467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700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3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418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150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567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7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375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469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92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657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7143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42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50194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8147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9096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509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248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36C574B-2BDC-ADCC-B805-93EB0050B6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6578428"/>
              </p:ext>
            </p:extLst>
          </p:nvPr>
        </p:nvGraphicFramePr>
        <p:xfrm>
          <a:off x="1295402" y="982132"/>
          <a:ext cx="9601196" cy="1303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Tally</a:t>
            </a:r>
          </a:p>
          <a:p>
            <a:r>
              <a:rPr dirty="0"/>
              <a:t>Versions of Tally</a:t>
            </a:r>
          </a:p>
          <a:p>
            <a:r>
              <a:rPr dirty="0"/>
              <a:t>Features</a:t>
            </a:r>
          </a:p>
          <a:p>
            <a:r>
              <a:rPr dirty="0"/>
              <a:t>Installation</a:t>
            </a:r>
          </a:p>
          <a:p>
            <a:r>
              <a:rPr dirty="0"/>
              <a:t>Company Info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0028391-F033-B6F4-E8BC-6DD788A42C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0187904"/>
              </p:ext>
            </p:extLst>
          </p:nvPr>
        </p:nvGraphicFramePr>
        <p:xfrm>
          <a:off x="1295402" y="982132"/>
          <a:ext cx="9601196" cy="1303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Accounting software</a:t>
            </a:r>
          </a:p>
          <a:p>
            <a:r>
              <a:rPr dirty="0"/>
              <a:t>Records transactions</a:t>
            </a:r>
          </a:p>
          <a:p>
            <a:r>
              <a:rPr dirty="0"/>
              <a:t>Generates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Tally?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 accounting</a:t>
            </a:r>
          </a:p>
          <a:p>
            <a:r>
              <a:t>Time saving</a:t>
            </a:r>
          </a:p>
          <a:p>
            <a:r>
              <a:t>Accurate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Uses Tally?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Accountants</a:t>
            </a:r>
          </a:p>
          <a:p>
            <a:r>
              <a:t>Business owners</a:t>
            </a:r>
          </a:p>
          <a:p>
            <a:r>
              <a:t>Students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Versions of Tally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Tally 7.2</a:t>
            </a:r>
          </a:p>
          <a:p>
            <a:r>
              <a:t>Tally ERP 9</a:t>
            </a:r>
          </a:p>
          <a:p>
            <a:r>
              <a:t>Tally Prime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Tally ERP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Popular version</a:t>
            </a:r>
          </a:p>
          <a:p>
            <a:r>
              <a:t>Menu driven</a:t>
            </a:r>
          </a:p>
          <a:p>
            <a:r>
              <a:t>Old interface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Tally Prime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Latest version</a:t>
            </a:r>
          </a:p>
          <a:p>
            <a:r>
              <a:t>Fast &amp; simple</a:t>
            </a:r>
          </a:p>
          <a:p>
            <a:r>
              <a:t>Search based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ERP 9 vs Prime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Old vs New</a:t>
            </a:r>
          </a:p>
          <a:p>
            <a:r>
              <a:t>Menu vs Search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Tally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Accounting</a:t>
            </a:r>
          </a:p>
          <a:p>
            <a:r>
              <a:t>Inventory</a:t>
            </a:r>
          </a:p>
          <a:p>
            <a:r>
              <a:t>GST</a:t>
            </a:r>
          </a:p>
          <a:p>
            <a:r>
              <a:t>Payroll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Tally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</a:t>
            </a:r>
          </a:p>
          <a:p>
            <a:r>
              <a:t>Accurate</a:t>
            </a:r>
          </a:p>
          <a:p>
            <a:r>
              <a:t>Job oriented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Uses of Tally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Shops</a:t>
            </a:r>
          </a:p>
          <a:p>
            <a:r>
              <a:t>Companies</a:t>
            </a:r>
          </a:p>
          <a:p>
            <a:r>
              <a:t>Businesses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Windows</a:t>
            </a:r>
          </a:p>
          <a:p>
            <a:r>
              <a:t>2GB RAM</a:t>
            </a:r>
          </a:p>
          <a:p>
            <a:r>
              <a:t>Internet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Download Tally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Visit tallysolutions.com</a:t>
            </a:r>
          </a:p>
          <a:p>
            <a:r>
              <a:t>Download Prime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 Tally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file</a:t>
            </a:r>
          </a:p>
          <a:p>
            <a:r>
              <a:t>Install</a:t>
            </a:r>
          </a:p>
          <a:p>
            <a:r>
              <a:t>Finish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Activate Tally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Educational Mode</a:t>
            </a:r>
          </a:p>
          <a:p>
            <a:r>
              <a:t>License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Company?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account</a:t>
            </a:r>
          </a:p>
          <a:p>
            <a:r>
              <a:t>Stores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Info Menu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</a:t>
            </a:r>
          </a:p>
          <a:p>
            <a:r>
              <a:t>Alter</a:t>
            </a:r>
          </a:p>
          <a:p>
            <a:r>
              <a:t>Select</a:t>
            </a:r>
          </a:p>
          <a:p>
            <a:r>
              <a:t>Shut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Enter details</a:t>
            </a:r>
          </a:p>
          <a:p>
            <a:r>
              <a:rPr dirty="0" err="1"/>
              <a:t>Ctrl+A</a:t>
            </a:r>
            <a:r>
              <a:rPr dirty="0"/>
              <a:t> save</a:t>
            </a:r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97F6C6E-24BD-682D-EDCE-FA405FABC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Alter &amp; Select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Edit company</a:t>
            </a:r>
          </a:p>
          <a:p>
            <a:r>
              <a:t>Open company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Learned basics</a:t>
            </a:r>
          </a:p>
          <a:p>
            <a:r>
              <a:t>Ready for practice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24</TotalTime>
  <Words>159</Words>
  <Application>Microsoft Office PowerPoint</Application>
  <PresentationFormat>Widescreen</PresentationFormat>
  <Paragraphs>77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Garamond</vt:lpstr>
      <vt:lpstr>Organic</vt:lpstr>
      <vt:lpstr>PowerPoint Presentation</vt:lpstr>
      <vt:lpstr>PowerPoint Presentation</vt:lpstr>
      <vt:lpstr>Why Use Tally?</vt:lpstr>
      <vt:lpstr>Who Uses Tally?</vt:lpstr>
      <vt:lpstr>Versions of Tally</vt:lpstr>
      <vt:lpstr>Tally ERP 9</vt:lpstr>
      <vt:lpstr>Tally Prime</vt:lpstr>
      <vt:lpstr>ERP 9 vs Prime</vt:lpstr>
      <vt:lpstr>Features of Tally</vt:lpstr>
      <vt:lpstr>Advantages of Tally</vt:lpstr>
      <vt:lpstr>Uses of Tally</vt:lpstr>
      <vt:lpstr>System Requirements</vt:lpstr>
      <vt:lpstr>Download Tally</vt:lpstr>
      <vt:lpstr>Install Tally</vt:lpstr>
      <vt:lpstr>Activate Tally</vt:lpstr>
      <vt:lpstr>What is Company?</vt:lpstr>
      <vt:lpstr>Company Info Menu</vt:lpstr>
      <vt:lpstr>Create Company</vt:lpstr>
      <vt:lpstr>Alter &amp; Select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Rangaswamy RSP</cp:lastModifiedBy>
  <cp:revision>2</cp:revision>
  <dcterms:created xsi:type="dcterms:W3CDTF">2013-01-27T09:14:16Z</dcterms:created>
  <dcterms:modified xsi:type="dcterms:W3CDTF">2025-12-24T17:05:13Z</dcterms:modified>
  <cp:category/>
</cp:coreProperties>
</file>