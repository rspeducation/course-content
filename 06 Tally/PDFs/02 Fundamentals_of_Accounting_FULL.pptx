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Fundamentals of Accounting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Types of Accounts | Golden Rules | Journal | Ledger | Trial Balance</a:t>
            </a:r>
          </a:p>
          <a:p>
            <a:r>
              <a:t>Prepared by RSP Education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Accounting?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Accounting is the process of recording, classifying, summarizing and analyzing financial transactions.</a:t>
            </a:r>
          </a:p>
          <a:p/>
          <a:p>
            <a:r>
              <a:t>It helps to know:</a:t>
            </a:r>
          </a:p>
          <a:p>
            <a:r>
              <a:t>• Profit or Loss</a:t>
            </a:r>
          </a:p>
          <a:p>
            <a:r>
              <a:t>• Financial Position of business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Accounting is Important?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To know business performance</a:t>
            </a:r>
          </a:p>
          <a:p>
            <a:r>
              <a:t>• To control expenses</a:t>
            </a:r>
          </a:p>
          <a:p>
            <a:r>
              <a:t>• To calculate profit or loss</a:t>
            </a:r>
          </a:p>
          <a:p>
            <a:r>
              <a:t>• Required for tax and legal purposes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Accounting is Used?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Daily business transactions</a:t>
            </a:r>
          </a:p>
          <a:p>
            <a:r>
              <a:t>• Monthly reporting</a:t>
            </a:r>
          </a:p>
          <a:p>
            <a:r>
              <a:t>• Year-end financial statements</a:t>
            </a:r>
          </a:p>
          <a:p>
            <a:r>
              <a:t>• Audit and taxation time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Accounting Works?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Step 1: Identify transaction</a:t>
            </a:r>
          </a:p>
          <a:p>
            <a:r>
              <a:t>Step 2: Journal Entry</a:t>
            </a:r>
          </a:p>
          <a:p>
            <a:r>
              <a:t>Step 3: Ledger Posting</a:t>
            </a:r>
          </a:p>
          <a:p>
            <a:r>
              <a:t>Step 4: Trial Balance</a:t>
            </a:r>
          </a:p>
          <a:p>
            <a:r>
              <a:t>Step 5: Final Accounts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Accounts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Accounts are classified to apply correct debit and credit rules.</a:t>
            </a:r>
          </a:p>
          <a:p/>
          <a:p>
            <a:r>
              <a:t>Types:</a:t>
            </a:r>
          </a:p>
          <a:p>
            <a:r>
              <a:t>• Personal Account</a:t>
            </a:r>
          </a:p>
          <a:p>
            <a:r>
              <a:t>• Real Account</a:t>
            </a:r>
          </a:p>
          <a:p>
            <a:r>
              <a:t>• Nominal Account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Personal Account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Related to persons.</a:t>
            </a:r>
          </a:p>
          <a:p/>
          <a:p>
            <a:r>
              <a:t>Rule:</a:t>
            </a:r>
          </a:p>
          <a:p>
            <a:r>
              <a:t>Debit the Receiver</a:t>
            </a:r>
          </a:p>
          <a:p>
            <a:r>
              <a:t>Credit the Giver</a:t>
            </a:r>
          </a:p>
          <a:p/>
          <a:p>
            <a:r>
              <a:t>Examples:</a:t>
            </a:r>
          </a:p>
          <a:p>
            <a:r>
              <a:t>• Ram Account</a:t>
            </a:r>
          </a:p>
          <a:p>
            <a:r>
              <a:t>• Bank Account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 Account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Related to assets.</a:t>
            </a:r>
          </a:p>
          <a:p/>
          <a:p>
            <a:r>
              <a:t>Rule:</a:t>
            </a:r>
          </a:p>
          <a:p>
            <a:r>
              <a:t>Debit what comes in</a:t>
            </a:r>
          </a:p>
          <a:p>
            <a:r>
              <a:t>Credit what goes out</a:t>
            </a:r>
          </a:p>
          <a:p/>
          <a:p>
            <a:r>
              <a:t>Examples:</a:t>
            </a:r>
          </a:p>
          <a:p>
            <a:r>
              <a:t>• Cash</a:t>
            </a:r>
          </a:p>
          <a:p>
            <a:r>
              <a:t>• Furniture</a:t>
            </a:r>
          </a:p>
          <a:p>
            <a:r>
              <a:t>• Building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Nominal Account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Related to expenses and incomes.</a:t>
            </a:r>
          </a:p>
          <a:p/>
          <a:p>
            <a:r>
              <a:t>Rule:</a:t>
            </a:r>
          </a:p>
          <a:p>
            <a:r>
              <a:t>Debit all expenses &amp; losses</a:t>
            </a:r>
          </a:p>
          <a:p>
            <a:r>
              <a:t>Credit all incomes &amp; gains</a:t>
            </a:r>
          </a:p>
          <a:p/>
          <a:p>
            <a:r>
              <a:t>Examples:</a:t>
            </a:r>
          </a:p>
          <a:p>
            <a:r>
              <a:t>• Salary</a:t>
            </a:r>
          </a:p>
          <a:p>
            <a:r>
              <a:t>• Rent</a:t>
            </a:r>
          </a:p>
          <a:p>
            <a:r>
              <a:t>• Commission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Golden Rules of Accounting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Golden rules help to decide debit and credit.</a:t>
            </a:r>
          </a:p>
          <a:p/>
          <a:p>
            <a:r>
              <a:t>• Personal Account Rule</a:t>
            </a:r>
          </a:p>
          <a:p>
            <a:r>
              <a:t>• Real Account Rule</a:t>
            </a:r>
          </a:p>
          <a:p>
            <a:r>
              <a:t>• Nominal Account Rule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Debit &amp; Credit Meaning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Debit means Left side of account</a:t>
            </a:r>
          </a:p>
          <a:p>
            <a:r>
              <a:t>Credit means Right side of account</a:t>
            </a:r>
          </a:p>
          <a:p/>
          <a:p>
            <a:r>
              <a:t>Every transaction has two effects.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Debit &amp; Credit Rules (Table)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64592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609600">
                <a:tc>
                  <a:txBody>
                    <a:bodyPr/>
                    <a:lstStyle/>
                    <a:p>
                      <a:r>
                        <a:t>Account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Credit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Asset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Increase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Decrease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Expense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Increase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Income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Increase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Capital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Increase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Liability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Increase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Journal?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Journal is the book of original entry.</a:t>
            </a:r>
          </a:p>
          <a:p>
            <a:r>
              <a:t>It records transactions in chronological order.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Write Journal Entry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Identify accounts</a:t>
            </a:r>
          </a:p>
          <a:p>
            <a:r>
              <a:t>2. Apply golden rules</a:t>
            </a:r>
          </a:p>
          <a:p>
            <a:r>
              <a:t>3. Decide debit and credit</a:t>
            </a:r>
          </a:p>
          <a:p>
            <a:r>
              <a:t>4. Record entry with narration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Journal Entry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Paid salary ₹5,000</a:t>
            </a:r>
          </a:p>
          <a:p/>
          <a:p>
            <a:r>
              <a:t>Salary A/c   Dr   5,000</a:t>
            </a:r>
          </a:p>
          <a:p>
            <a:r>
              <a:t>   To Cash A/c      5,000</a:t>
            </a:r>
          </a:p>
          <a:p>
            <a:r>
              <a:t>(Being salary paid)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Ledger?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Ledger is the principal book of accounts.</a:t>
            </a:r>
          </a:p>
          <a:p>
            <a:r>
              <a:t>It contains all individual accounts.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Ledger Purpose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To know balance of each account</a:t>
            </a:r>
          </a:p>
          <a:p>
            <a:r>
              <a:t>• Helps in preparing Trial Balance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Trial Balance?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Trial Balance is a statement of ledger balances prepared on a specific date.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Purpose of Trial Balance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To check arithmetical accuracy</a:t>
            </a:r>
          </a:p>
          <a:p>
            <a:r>
              <a:t>• Basis for preparation of final accounts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Accounting Process:</a:t>
            </a:r>
          </a:p>
          <a:p>
            <a:r>
              <a:t>Journal → Ledger → Trial Balance → Final Accounts</a:t>
            </a:r>
          </a:p>
          <a:p/>
          <a:p>
            <a:r>
              <a:t>Accounting made simple!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