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849A2-1EB2-4874-ADC6-52FDD3F9C1CD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8D37C0E-EAD3-49CA-B744-3373E912FB0A}">
      <dgm:prSet custT="1"/>
      <dgm:spPr/>
      <dgm:t>
        <a:bodyPr/>
        <a:lstStyle/>
        <a:p>
          <a:pPr algn="ctr"/>
          <a:r>
            <a:rPr lang="en-US" sz="4400" dirty="0"/>
            <a:t>INTRODUCTION TO TALLY</a:t>
          </a:r>
        </a:p>
      </dgm:t>
    </dgm:pt>
    <dgm:pt modelId="{C5E24B84-C0A4-452A-9160-8F41B28C0614}" type="parTrans" cxnId="{A514A7AC-FE2E-4F10-94B2-07B35C89C627}">
      <dgm:prSet/>
      <dgm:spPr/>
      <dgm:t>
        <a:bodyPr/>
        <a:lstStyle/>
        <a:p>
          <a:endParaRPr lang="en-US"/>
        </a:p>
      </dgm:t>
    </dgm:pt>
    <dgm:pt modelId="{427B3536-2917-4D5D-8611-DAAC02791BB7}" type="sibTrans" cxnId="{A514A7AC-FE2E-4F10-94B2-07B35C89C627}">
      <dgm:prSet/>
      <dgm:spPr/>
      <dgm:t>
        <a:bodyPr/>
        <a:lstStyle/>
        <a:p>
          <a:endParaRPr lang="en-US"/>
        </a:p>
      </dgm:t>
    </dgm:pt>
    <dgm:pt modelId="{4FEBD0B4-874A-4C93-B560-ADB11C1E69EA}" type="pres">
      <dgm:prSet presAssocID="{8AF849A2-1EB2-4874-ADC6-52FDD3F9C1CD}" presName="linear" presStyleCnt="0">
        <dgm:presLayoutVars>
          <dgm:animLvl val="lvl"/>
          <dgm:resizeHandles val="exact"/>
        </dgm:presLayoutVars>
      </dgm:prSet>
      <dgm:spPr/>
    </dgm:pt>
    <dgm:pt modelId="{108E7AD7-BF41-4D6B-BDE4-A2C5E7430B4C}" type="pres">
      <dgm:prSet presAssocID="{C8D37C0E-EAD3-49CA-B744-3373E912FB0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E344423-EA5E-4BD5-9664-28F30FC69EE8}" type="presOf" srcId="{8AF849A2-1EB2-4874-ADC6-52FDD3F9C1CD}" destId="{4FEBD0B4-874A-4C93-B560-ADB11C1E69EA}" srcOrd="0" destOrd="0" presId="urn:microsoft.com/office/officeart/2005/8/layout/vList2"/>
    <dgm:cxn modelId="{3C6D948D-D8E0-42AB-9D49-0AF4B34A8BD4}" type="presOf" srcId="{C8D37C0E-EAD3-49CA-B744-3373E912FB0A}" destId="{108E7AD7-BF41-4D6B-BDE4-A2C5E7430B4C}" srcOrd="0" destOrd="0" presId="urn:microsoft.com/office/officeart/2005/8/layout/vList2"/>
    <dgm:cxn modelId="{A514A7AC-FE2E-4F10-94B2-07B35C89C627}" srcId="{8AF849A2-1EB2-4874-ADC6-52FDD3F9C1CD}" destId="{C8D37C0E-EAD3-49CA-B744-3373E912FB0A}" srcOrd="0" destOrd="0" parTransId="{C5E24B84-C0A4-452A-9160-8F41B28C0614}" sibTransId="{427B3536-2917-4D5D-8611-DAAC02791BB7}"/>
    <dgm:cxn modelId="{B13E5DE3-3199-4B34-8FE4-21655E364C4C}" type="presParOf" srcId="{4FEBD0B4-874A-4C93-B560-ADB11C1E69EA}" destId="{108E7AD7-BF41-4D6B-BDE4-A2C5E7430B4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5EB9BE-8E4F-4AEA-9D8C-0A656ED94A3C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A0B1244-C15C-40EF-804D-FD97311BCB6A}">
      <dgm:prSet custT="1"/>
      <dgm:spPr/>
      <dgm:t>
        <a:bodyPr/>
        <a:lstStyle/>
        <a:p>
          <a:pPr algn="ctr"/>
          <a:r>
            <a:rPr lang="en-US" sz="4400"/>
            <a:t>What is Tally?</a:t>
          </a:r>
        </a:p>
      </dgm:t>
    </dgm:pt>
    <dgm:pt modelId="{07BF2E04-7ADB-4DE1-86FA-03FFD14831AB}" type="parTrans" cxnId="{2909FD93-4AE4-4180-9AC5-638D391240E6}">
      <dgm:prSet/>
      <dgm:spPr/>
      <dgm:t>
        <a:bodyPr/>
        <a:lstStyle/>
        <a:p>
          <a:endParaRPr lang="en-US"/>
        </a:p>
      </dgm:t>
    </dgm:pt>
    <dgm:pt modelId="{8F2F9DE2-463F-4364-9755-61B6215F57BB}" type="sibTrans" cxnId="{2909FD93-4AE4-4180-9AC5-638D391240E6}">
      <dgm:prSet/>
      <dgm:spPr/>
      <dgm:t>
        <a:bodyPr/>
        <a:lstStyle/>
        <a:p>
          <a:endParaRPr lang="en-US"/>
        </a:p>
      </dgm:t>
    </dgm:pt>
    <dgm:pt modelId="{9A083E6B-EB82-41A3-8082-0F07A14AF5E6}" type="pres">
      <dgm:prSet presAssocID="{065EB9BE-8E4F-4AEA-9D8C-0A656ED94A3C}" presName="linear" presStyleCnt="0">
        <dgm:presLayoutVars>
          <dgm:animLvl val="lvl"/>
          <dgm:resizeHandles val="exact"/>
        </dgm:presLayoutVars>
      </dgm:prSet>
      <dgm:spPr/>
    </dgm:pt>
    <dgm:pt modelId="{2FD57031-23A8-43F5-A609-BE9E5C7D3386}" type="pres">
      <dgm:prSet presAssocID="{6A0B1244-C15C-40EF-804D-FD97311BCB6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DAB206B-8E42-4F6A-BDDB-7D2C5E70A474}" type="presOf" srcId="{065EB9BE-8E4F-4AEA-9D8C-0A656ED94A3C}" destId="{9A083E6B-EB82-41A3-8082-0F07A14AF5E6}" srcOrd="0" destOrd="0" presId="urn:microsoft.com/office/officeart/2005/8/layout/vList2"/>
    <dgm:cxn modelId="{2909FD93-4AE4-4180-9AC5-638D391240E6}" srcId="{065EB9BE-8E4F-4AEA-9D8C-0A656ED94A3C}" destId="{6A0B1244-C15C-40EF-804D-FD97311BCB6A}" srcOrd="0" destOrd="0" parTransId="{07BF2E04-7ADB-4DE1-86FA-03FFD14831AB}" sibTransId="{8F2F9DE2-463F-4364-9755-61B6215F57BB}"/>
    <dgm:cxn modelId="{98DA10CF-BE0C-4E67-AE9D-B7979D3C4E51}" type="presOf" srcId="{6A0B1244-C15C-40EF-804D-FD97311BCB6A}" destId="{2FD57031-23A8-43F5-A609-BE9E5C7D3386}" srcOrd="0" destOrd="0" presId="urn:microsoft.com/office/officeart/2005/8/layout/vList2"/>
    <dgm:cxn modelId="{58E8892F-E5B5-483C-8C2B-5B8465978803}" type="presParOf" srcId="{9A083E6B-EB82-41A3-8082-0F07A14AF5E6}" destId="{2FD57031-23A8-43F5-A609-BE9E5C7D338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9F6ABD-B325-4149-9B79-FEB76254E7CB}" type="doc">
      <dgm:prSet loTypeId="urn:microsoft.com/office/officeart/2008/layout/Lin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045703-484C-4F89-8C18-A1C7AAE47254}">
      <dgm:prSet/>
      <dgm:spPr/>
      <dgm:t>
        <a:bodyPr/>
        <a:lstStyle/>
        <a:p>
          <a:r>
            <a:rPr lang="en-US" dirty="0"/>
            <a:t>Tally is a computerized accounting software.</a:t>
          </a:r>
        </a:p>
      </dgm:t>
    </dgm:pt>
    <dgm:pt modelId="{22AC8ECA-D179-47B2-81CE-BB1E37684004}" type="parTrans" cxnId="{A781BA9B-42F2-45C3-AA24-F432204700EE}">
      <dgm:prSet/>
      <dgm:spPr/>
      <dgm:t>
        <a:bodyPr/>
        <a:lstStyle/>
        <a:p>
          <a:endParaRPr lang="en-US"/>
        </a:p>
      </dgm:t>
    </dgm:pt>
    <dgm:pt modelId="{A1D51E90-E99D-4A5E-9FC6-046A59F7853E}" type="sibTrans" cxnId="{A781BA9B-42F2-45C3-AA24-F432204700EE}">
      <dgm:prSet/>
      <dgm:spPr/>
      <dgm:t>
        <a:bodyPr/>
        <a:lstStyle/>
        <a:p>
          <a:endParaRPr lang="en-US"/>
        </a:p>
      </dgm:t>
    </dgm:pt>
    <dgm:pt modelId="{35A10E5F-C4E2-49B2-BA48-49748B9C85D0}">
      <dgm:prSet/>
      <dgm:spPr/>
      <dgm:t>
        <a:bodyPr/>
        <a:lstStyle/>
        <a:p>
          <a:r>
            <a:rPr lang="en-US" dirty="0"/>
            <a:t>It is used to record daily business transactions.</a:t>
          </a:r>
        </a:p>
      </dgm:t>
    </dgm:pt>
    <dgm:pt modelId="{892631A6-6C67-4902-A8FC-A38F260835A3}" type="parTrans" cxnId="{1103D40C-9AF4-4F79-89FE-6E2987611510}">
      <dgm:prSet/>
      <dgm:spPr/>
      <dgm:t>
        <a:bodyPr/>
        <a:lstStyle/>
        <a:p>
          <a:endParaRPr lang="en-US"/>
        </a:p>
      </dgm:t>
    </dgm:pt>
    <dgm:pt modelId="{98762BD5-4938-4521-A935-9264DC8E9CBE}" type="sibTrans" cxnId="{1103D40C-9AF4-4F79-89FE-6E2987611510}">
      <dgm:prSet/>
      <dgm:spPr/>
      <dgm:t>
        <a:bodyPr/>
        <a:lstStyle/>
        <a:p>
          <a:endParaRPr lang="en-US"/>
        </a:p>
      </dgm:t>
    </dgm:pt>
    <dgm:pt modelId="{E0948995-5DF7-42E3-83D8-F46F8938296C}">
      <dgm:prSet/>
      <dgm:spPr/>
      <dgm:t>
        <a:bodyPr/>
        <a:lstStyle/>
        <a:p>
          <a:r>
            <a:rPr lang="en-US" dirty="0"/>
            <a:t>It helps in preparing financial reports automatically.</a:t>
          </a:r>
        </a:p>
      </dgm:t>
    </dgm:pt>
    <dgm:pt modelId="{5317BF91-FC41-40DB-A2F8-082828F95FC7}" type="parTrans" cxnId="{00A5B754-4FF1-494E-B19F-A7F6CFBF9DE3}">
      <dgm:prSet/>
      <dgm:spPr/>
      <dgm:t>
        <a:bodyPr/>
        <a:lstStyle/>
        <a:p>
          <a:endParaRPr lang="en-US"/>
        </a:p>
      </dgm:t>
    </dgm:pt>
    <dgm:pt modelId="{FE45E6CD-A619-44DB-A414-2A2BA5771301}" type="sibTrans" cxnId="{00A5B754-4FF1-494E-B19F-A7F6CFBF9DE3}">
      <dgm:prSet/>
      <dgm:spPr/>
      <dgm:t>
        <a:bodyPr/>
        <a:lstStyle/>
        <a:p>
          <a:endParaRPr lang="en-US"/>
        </a:p>
      </dgm:t>
    </dgm:pt>
    <dgm:pt modelId="{1FCFA41E-DC9D-4251-9C35-C41136474769}">
      <dgm:prSet/>
      <dgm:spPr/>
      <dgm:t>
        <a:bodyPr/>
        <a:lstStyle/>
        <a:p>
          <a:r>
            <a:rPr lang="en-US" dirty="0"/>
            <a:t>Examples: Profit &amp; Loss Account, Balance Sheet.</a:t>
          </a:r>
        </a:p>
      </dgm:t>
    </dgm:pt>
    <dgm:pt modelId="{51B49208-CCD6-43BE-A289-0EA83B0F1CEA}" type="parTrans" cxnId="{1FC8826C-FFB5-4E14-ABA0-1322F2C5F943}">
      <dgm:prSet/>
      <dgm:spPr/>
      <dgm:t>
        <a:bodyPr/>
        <a:lstStyle/>
        <a:p>
          <a:endParaRPr lang="en-US"/>
        </a:p>
      </dgm:t>
    </dgm:pt>
    <dgm:pt modelId="{17923316-5789-4121-BAF0-C14923661053}" type="sibTrans" cxnId="{1FC8826C-FFB5-4E14-ABA0-1322F2C5F943}">
      <dgm:prSet/>
      <dgm:spPr/>
      <dgm:t>
        <a:bodyPr/>
        <a:lstStyle/>
        <a:p>
          <a:endParaRPr lang="en-US"/>
        </a:p>
      </dgm:t>
    </dgm:pt>
    <dgm:pt modelId="{48C909B6-37E9-4809-92D6-6D5C29209B0F}" type="pres">
      <dgm:prSet presAssocID="{FB9F6ABD-B325-4149-9B79-FEB76254E7CB}" presName="vert0" presStyleCnt="0">
        <dgm:presLayoutVars>
          <dgm:dir/>
          <dgm:animOne val="branch"/>
          <dgm:animLvl val="lvl"/>
        </dgm:presLayoutVars>
      </dgm:prSet>
      <dgm:spPr/>
    </dgm:pt>
    <dgm:pt modelId="{16D5E966-008C-4695-83D3-421E19EFD33C}" type="pres">
      <dgm:prSet presAssocID="{90045703-484C-4F89-8C18-A1C7AAE47254}" presName="thickLine" presStyleLbl="alignNode1" presStyleIdx="0" presStyleCnt="4"/>
      <dgm:spPr/>
    </dgm:pt>
    <dgm:pt modelId="{D1903FCA-D2E1-43AC-AF9A-063DC1670A61}" type="pres">
      <dgm:prSet presAssocID="{90045703-484C-4F89-8C18-A1C7AAE47254}" presName="horz1" presStyleCnt="0"/>
      <dgm:spPr/>
    </dgm:pt>
    <dgm:pt modelId="{2F2B481A-23BE-4C8D-B47A-1378922B80A1}" type="pres">
      <dgm:prSet presAssocID="{90045703-484C-4F89-8C18-A1C7AAE47254}" presName="tx1" presStyleLbl="revTx" presStyleIdx="0" presStyleCnt="4"/>
      <dgm:spPr/>
    </dgm:pt>
    <dgm:pt modelId="{F162662D-9B3D-4F6A-8C67-E9E12AB3B86A}" type="pres">
      <dgm:prSet presAssocID="{90045703-484C-4F89-8C18-A1C7AAE47254}" presName="vert1" presStyleCnt="0"/>
      <dgm:spPr/>
    </dgm:pt>
    <dgm:pt modelId="{083E961E-59F7-4E8F-8C1A-24C18447B8D4}" type="pres">
      <dgm:prSet presAssocID="{35A10E5F-C4E2-49B2-BA48-49748B9C85D0}" presName="thickLine" presStyleLbl="alignNode1" presStyleIdx="1" presStyleCnt="4"/>
      <dgm:spPr/>
    </dgm:pt>
    <dgm:pt modelId="{42BF485C-FB53-482B-BD9F-A3DD09D088AC}" type="pres">
      <dgm:prSet presAssocID="{35A10E5F-C4E2-49B2-BA48-49748B9C85D0}" presName="horz1" presStyleCnt="0"/>
      <dgm:spPr/>
    </dgm:pt>
    <dgm:pt modelId="{70BD3016-78F5-494C-A4A1-F74B41726C97}" type="pres">
      <dgm:prSet presAssocID="{35A10E5F-C4E2-49B2-BA48-49748B9C85D0}" presName="tx1" presStyleLbl="revTx" presStyleIdx="1" presStyleCnt="4"/>
      <dgm:spPr/>
    </dgm:pt>
    <dgm:pt modelId="{8C8F01D5-6ED7-40A9-A152-0E2D538AE9E2}" type="pres">
      <dgm:prSet presAssocID="{35A10E5F-C4E2-49B2-BA48-49748B9C85D0}" presName="vert1" presStyleCnt="0"/>
      <dgm:spPr/>
    </dgm:pt>
    <dgm:pt modelId="{1EC490DB-3CB2-4FAA-ADB3-C8422418F3C3}" type="pres">
      <dgm:prSet presAssocID="{E0948995-5DF7-42E3-83D8-F46F8938296C}" presName="thickLine" presStyleLbl="alignNode1" presStyleIdx="2" presStyleCnt="4"/>
      <dgm:spPr/>
    </dgm:pt>
    <dgm:pt modelId="{B5036BB3-69F9-4F78-8816-16B7CF97787F}" type="pres">
      <dgm:prSet presAssocID="{E0948995-5DF7-42E3-83D8-F46F8938296C}" presName="horz1" presStyleCnt="0"/>
      <dgm:spPr/>
    </dgm:pt>
    <dgm:pt modelId="{79C491D4-D01B-424D-A72B-5C970C57AAC5}" type="pres">
      <dgm:prSet presAssocID="{E0948995-5DF7-42E3-83D8-F46F8938296C}" presName="tx1" presStyleLbl="revTx" presStyleIdx="2" presStyleCnt="4"/>
      <dgm:spPr/>
    </dgm:pt>
    <dgm:pt modelId="{AA0AE89A-1CD4-4F72-B2CB-D8FAFB60A476}" type="pres">
      <dgm:prSet presAssocID="{E0948995-5DF7-42E3-83D8-F46F8938296C}" presName="vert1" presStyleCnt="0"/>
      <dgm:spPr/>
    </dgm:pt>
    <dgm:pt modelId="{C08C3E56-F2CD-46DE-A7E5-D4CA5A9FBC4C}" type="pres">
      <dgm:prSet presAssocID="{1FCFA41E-DC9D-4251-9C35-C41136474769}" presName="thickLine" presStyleLbl="alignNode1" presStyleIdx="3" presStyleCnt="4"/>
      <dgm:spPr/>
    </dgm:pt>
    <dgm:pt modelId="{28DE66DF-A8D9-4713-A4ED-7D0E344C6CF4}" type="pres">
      <dgm:prSet presAssocID="{1FCFA41E-DC9D-4251-9C35-C41136474769}" presName="horz1" presStyleCnt="0"/>
      <dgm:spPr/>
    </dgm:pt>
    <dgm:pt modelId="{CB90C197-34B6-4B9A-A7BD-9FF9A753B904}" type="pres">
      <dgm:prSet presAssocID="{1FCFA41E-DC9D-4251-9C35-C41136474769}" presName="tx1" presStyleLbl="revTx" presStyleIdx="3" presStyleCnt="4"/>
      <dgm:spPr/>
    </dgm:pt>
    <dgm:pt modelId="{50CE4209-DCDB-4181-8741-4286F5483F06}" type="pres">
      <dgm:prSet presAssocID="{1FCFA41E-DC9D-4251-9C35-C41136474769}" presName="vert1" presStyleCnt="0"/>
      <dgm:spPr/>
    </dgm:pt>
  </dgm:ptLst>
  <dgm:cxnLst>
    <dgm:cxn modelId="{1103D40C-9AF4-4F79-89FE-6E2987611510}" srcId="{FB9F6ABD-B325-4149-9B79-FEB76254E7CB}" destId="{35A10E5F-C4E2-49B2-BA48-49748B9C85D0}" srcOrd="1" destOrd="0" parTransId="{892631A6-6C67-4902-A8FC-A38F260835A3}" sibTransId="{98762BD5-4938-4521-A935-9264DC8E9CBE}"/>
    <dgm:cxn modelId="{D6CC0D39-E76F-4FBE-AFDE-297EFB8FC7F4}" type="presOf" srcId="{1FCFA41E-DC9D-4251-9C35-C41136474769}" destId="{CB90C197-34B6-4B9A-A7BD-9FF9A753B904}" srcOrd="0" destOrd="0" presId="urn:microsoft.com/office/officeart/2008/layout/LinedList"/>
    <dgm:cxn modelId="{258EA944-E914-4614-9D64-58480D612A34}" type="presOf" srcId="{FB9F6ABD-B325-4149-9B79-FEB76254E7CB}" destId="{48C909B6-37E9-4809-92D6-6D5C29209B0F}" srcOrd="0" destOrd="0" presId="urn:microsoft.com/office/officeart/2008/layout/LinedList"/>
    <dgm:cxn modelId="{1FC8826C-FFB5-4E14-ABA0-1322F2C5F943}" srcId="{FB9F6ABD-B325-4149-9B79-FEB76254E7CB}" destId="{1FCFA41E-DC9D-4251-9C35-C41136474769}" srcOrd="3" destOrd="0" parTransId="{51B49208-CCD6-43BE-A289-0EA83B0F1CEA}" sibTransId="{17923316-5789-4121-BAF0-C14923661053}"/>
    <dgm:cxn modelId="{00A5B754-4FF1-494E-B19F-A7F6CFBF9DE3}" srcId="{FB9F6ABD-B325-4149-9B79-FEB76254E7CB}" destId="{E0948995-5DF7-42E3-83D8-F46F8938296C}" srcOrd="2" destOrd="0" parTransId="{5317BF91-FC41-40DB-A2F8-082828F95FC7}" sibTransId="{FE45E6CD-A619-44DB-A414-2A2BA5771301}"/>
    <dgm:cxn modelId="{7E3FE07E-C12E-4BE2-8DE5-023891B0A573}" type="presOf" srcId="{35A10E5F-C4E2-49B2-BA48-49748B9C85D0}" destId="{70BD3016-78F5-494C-A4A1-F74B41726C97}" srcOrd="0" destOrd="0" presId="urn:microsoft.com/office/officeart/2008/layout/LinedList"/>
    <dgm:cxn modelId="{3FCF4B96-7D5A-4677-BB26-364E1D500049}" type="presOf" srcId="{90045703-484C-4F89-8C18-A1C7AAE47254}" destId="{2F2B481A-23BE-4C8D-B47A-1378922B80A1}" srcOrd="0" destOrd="0" presId="urn:microsoft.com/office/officeart/2008/layout/LinedList"/>
    <dgm:cxn modelId="{A781BA9B-42F2-45C3-AA24-F432204700EE}" srcId="{FB9F6ABD-B325-4149-9B79-FEB76254E7CB}" destId="{90045703-484C-4F89-8C18-A1C7AAE47254}" srcOrd="0" destOrd="0" parTransId="{22AC8ECA-D179-47B2-81CE-BB1E37684004}" sibTransId="{A1D51E90-E99D-4A5E-9FC6-046A59F7853E}"/>
    <dgm:cxn modelId="{F61C3FC7-1D7F-46A8-B6EF-66948C7688E5}" type="presOf" srcId="{E0948995-5DF7-42E3-83D8-F46F8938296C}" destId="{79C491D4-D01B-424D-A72B-5C970C57AAC5}" srcOrd="0" destOrd="0" presId="urn:microsoft.com/office/officeart/2008/layout/LinedList"/>
    <dgm:cxn modelId="{0319C794-1EAD-4327-BDD5-F6FE035D214D}" type="presParOf" srcId="{48C909B6-37E9-4809-92D6-6D5C29209B0F}" destId="{16D5E966-008C-4695-83D3-421E19EFD33C}" srcOrd="0" destOrd="0" presId="urn:microsoft.com/office/officeart/2008/layout/LinedList"/>
    <dgm:cxn modelId="{F5A75085-A6B2-47AD-AC44-BC996DEF32FA}" type="presParOf" srcId="{48C909B6-37E9-4809-92D6-6D5C29209B0F}" destId="{D1903FCA-D2E1-43AC-AF9A-063DC1670A61}" srcOrd="1" destOrd="0" presId="urn:microsoft.com/office/officeart/2008/layout/LinedList"/>
    <dgm:cxn modelId="{B2E064D2-3864-4395-8323-C8C6087984D9}" type="presParOf" srcId="{D1903FCA-D2E1-43AC-AF9A-063DC1670A61}" destId="{2F2B481A-23BE-4C8D-B47A-1378922B80A1}" srcOrd="0" destOrd="0" presId="urn:microsoft.com/office/officeart/2008/layout/LinedList"/>
    <dgm:cxn modelId="{E4EE98F1-C9FD-43FD-B10C-833EFDD831F9}" type="presParOf" srcId="{D1903FCA-D2E1-43AC-AF9A-063DC1670A61}" destId="{F162662D-9B3D-4F6A-8C67-E9E12AB3B86A}" srcOrd="1" destOrd="0" presId="urn:microsoft.com/office/officeart/2008/layout/LinedList"/>
    <dgm:cxn modelId="{BA445ADA-62FE-410A-8315-70F1477B3D4F}" type="presParOf" srcId="{48C909B6-37E9-4809-92D6-6D5C29209B0F}" destId="{083E961E-59F7-4E8F-8C1A-24C18447B8D4}" srcOrd="2" destOrd="0" presId="urn:microsoft.com/office/officeart/2008/layout/LinedList"/>
    <dgm:cxn modelId="{64E53A3E-FC5E-46C6-A7CD-93838199E54A}" type="presParOf" srcId="{48C909B6-37E9-4809-92D6-6D5C29209B0F}" destId="{42BF485C-FB53-482B-BD9F-A3DD09D088AC}" srcOrd="3" destOrd="0" presId="urn:microsoft.com/office/officeart/2008/layout/LinedList"/>
    <dgm:cxn modelId="{7DB93F94-7738-4CF7-91EE-89AA5AB0F76A}" type="presParOf" srcId="{42BF485C-FB53-482B-BD9F-A3DD09D088AC}" destId="{70BD3016-78F5-494C-A4A1-F74B41726C97}" srcOrd="0" destOrd="0" presId="urn:microsoft.com/office/officeart/2008/layout/LinedList"/>
    <dgm:cxn modelId="{38C09726-431D-466C-AAB0-F15200B21FFF}" type="presParOf" srcId="{42BF485C-FB53-482B-BD9F-A3DD09D088AC}" destId="{8C8F01D5-6ED7-40A9-A152-0E2D538AE9E2}" srcOrd="1" destOrd="0" presId="urn:microsoft.com/office/officeart/2008/layout/LinedList"/>
    <dgm:cxn modelId="{E83F7D9A-3980-483E-BD12-D1DC3DC60D14}" type="presParOf" srcId="{48C909B6-37E9-4809-92D6-6D5C29209B0F}" destId="{1EC490DB-3CB2-4FAA-ADB3-C8422418F3C3}" srcOrd="4" destOrd="0" presId="urn:microsoft.com/office/officeart/2008/layout/LinedList"/>
    <dgm:cxn modelId="{A225187C-090D-4A73-A821-A294FF7ED355}" type="presParOf" srcId="{48C909B6-37E9-4809-92D6-6D5C29209B0F}" destId="{B5036BB3-69F9-4F78-8816-16B7CF97787F}" srcOrd="5" destOrd="0" presId="urn:microsoft.com/office/officeart/2008/layout/LinedList"/>
    <dgm:cxn modelId="{557370BF-8F4E-4585-8484-C280A214BC2D}" type="presParOf" srcId="{B5036BB3-69F9-4F78-8816-16B7CF97787F}" destId="{79C491D4-D01B-424D-A72B-5C970C57AAC5}" srcOrd="0" destOrd="0" presId="urn:microsoft.com/office/officeart/2008/layout/LinedList"/>
    <dgm:cxn modelId="{DE71818A-73B6-47F9-A411-78C0F7356F7A}" type="presParOf" srcId="{B5036BB3-69F9-4F78-8816-16B7CF97787F}" destId="{AA0AE89A-1CD4-4F72-B2CB-D8FAFB60A476}" srcOrd="1" destOrd="0" presId="urn:microsoft.com/office/officeart/2008/layout/LinedList"/>
    <dgm:cxn modelId="{36BB9CBB-277D-477E-92E4-21272FC38D4D}" type="presParOf" srcId="{48C909B6-37E9-4809-92D6-6D5C29209B0F}" destId="{C08C3E56-F2CD-46DE-A7E5-D4CA5A9FBC4C}" srcOrd="6" destOrd="0" presId="urn:microsoft.com/office/officeart/2008/layout/LinedList"/>
    <dgm:cxn modelId="{4838F364-1A82-4391-A765-2449D666AFA7}" type="presParOf" srcId="{48C909B6-37E9-4809-92D6-6D5C29209B0F}" destId="{28DE66DF-A8D9-4713-A4ED-7D0E344C6CF4}" srcOrd="7" destOrd="0" presId="urn:microsoft.com/office/officeart/2008/layout/LinedList"/>
    <dgm:cxn modelId="{C4FA3EE8-F084-42CA-88B4-E7DA0D787761}" type="presParOf" srcId="{28DE66DF-A8D9-4713-A4ED-7D0E344C6CF4}" destId="{CB90C197-34B6-4B9A-A7BD-9FF9A753B904}" srcOrd="0" destOrd="0" presId="urn:microsoft.com/office/officeart/2008/layout/LinedList"/>
    <dgm:cxn modelId="{76BCDF6D-ACB3-459C-8C01-5F0559932F9C}" type="presParOf" srcId="{28DE66DF-A8D9-4713-A4ED-7D0E344C6CF4}" destId="{50CE4209-DCDB-4181-8741-4286F5483F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C35B56-B0C6-402D-BDC7-E7D61B1AB15E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C89C92C-52A1-4F18-8196-C5D75DEA9943}">
      <dgm:prSet custT="1"/>
      <dgm:spPr/>
      <dgm:t>
        <a:bodyPr/>
        <a:lstStyle/>
        <a:p>
          <a:pPr algn="ctr"/>
          <a:r>
            <a:rPr lang="en-US" sz="4800"/>
            <a:t>Why Do We Use Tally?</a:t>
          </a:r>
        </a:p>
      </dgm:t>
    </dgm:pt>
    <dgm:pt modelId="{C0A7AB73-F8F2-4471-B0D7-B9636001D7D0}" type="parTrans" cxnId="{72F4B9D4-0534-468A-B9A9-158AA7CAFA97}">
      <dgm:prSet/>
      <dgm:spPr/>
      <dgm:t>
        <a:bodyPr/>
        <a:lstStyle/>
        <a:p>
          <a:endParaRPr lang="en-US"/>
        </a:p>
      </dgm:t>
    </dgm:pt>
    <dgm:pt modelId="{FA813DA4-C36E-4D5C-82D3-F31BC914FEBB}" type="sibTrans" cxnId="{72F4B9D4-0534-468A-B9A9-158AA7CAFA97}">
      <dgm:prSet/>
      <dgm:spPr/>
      <dgm:t>
        <a:bodyPr/>
        <a:lstStyle/>
        <a:p>
          <a:endParaRPr lang="en-US"/>
        </a:p>
      </dgm:t>
    </dgm:pt>
    <dgm:pt modelId="{7C9EE45B-8651-44E8-95DD-583DCE810630}" type="pres">
      <dgm:prSet presAssocID="{FAC35B56-B0C6-402D-BDC7-E7D61B1AB15E}" presName="linear" presStyleCnt="0">
        <dgm:presLayoutVars>
          <dgm:animLvl val="lvl"/>
          <dgm:resizeHandles val="exact"/>
        </dgm:presLayoutVars>
      </dgm:prSet>
      <dgm:spPr/>
    </dgm:pt>
    <dgm:pt modelId="{AE12F7C6-066D-4D8B-B44A-402B245C7ADB}" type="pres">
      <dgm:prSet presAssocID="{0C89C92C-52A1-4F18-8196-C5D75DEA994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765238-2B02-4A0E-8950-42FD4BC41F4E}" type="presOf" srcId="{0C89C92C-52A1-4F18-8196-C5D75DEA9943}" destId="{AE12F7C6-066D-4D8B-B44A-402B245C7ADB}" srcOrd="0" destOrd="0" presId="urn:microsoft.com/office/officeart/2005/8/layout/vList2"/>
    <dgm:cxn modelId="{494F158F-0334-456A-91DF-ACBA9C855D75}" type="presOf" srcId="{FAC35B56-B0C6-402D-BDC7-E7D61B1AB15E}" destId="{7C9EE45B-8651-44E8-95DD-583DCE810630}" srcOrd="0" destOrd="0" presId="urn:microsoft.com/office/officeart/2005/8/layout/vList2"/>
    <dgm:cxn modelId="{72F4B9D4-0534-468A-B9A9-158AA7CAFA97}" srcId="{FAC35B56-B0C6-402D-BDC7-E7D61B1AB15E}" destId="{0C89C92C-52A1-4F18-8196-C5D75DEA9943}" srcOrd="0" destOrd="0" parTransId="{C0A7AB73-F8F2-4471-B0D7-B9636001D7D0}" sibTransId="{FA813DA4-C36E-4D5C-82D3-F31BC914FEBB}"/>
    <dgm:cxn modelId="{F7AD572C-2668-4712-9DDA-830D900F657F}" type="presParOf" srcId="{7C9EE45B-8651-44E8-95DD-583DCE810630}" destId="{AE12F7C6-066D-4D8B-B44A-402B245C7AD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B6F0F2-8068-420B-B0E0-0ED9C4956283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835EADA-B489-4A4E-964B-09D332318F65}">
      <dgm:prSet/>
      <dgm:spPr/>
      <dgm:t>
        <a:bodyPr/>
        <a:lstStyle/>
        <a:p>
          <a:pPr algn="ctr"/>
          <a:r>
            <a:rPr lang="en-US"/>
            <a:t>Who Uses Tally?</a:t>
          </a:r>
        </a:p>
      </dgm:t>
    </dgm:pt>
    <dgm:pt modelId="{4A683680-468F-489D-B7A1-3E6994CD0450}" type="parTrans" cxnId="{8E3E1E13-B2CD-4940-ABA7-B47CE8220445}">
      <dgm:prSet/>
      <dgm:spPr/>
      <dgm:t>
        <a:bodyPr/>
        <a:lstStyle/>
        <a:p>
          <a:endParaRPr lang="en-US"/>
        </a:p>
      </dgm:t>
    </dgm:pt>
    <dgm:pt modelId="{A737D8D2-EDAD-4A8F-9763-7B175717E24E}" type="sibTrans" cxnId="{8E3E1E13-B2CD-4940-ABA7-B47CE8220445}">
      <dgm:prSet/>
      <dgm:spPr/>
      <dgm:t>
        <a:bodyPr/>
        <a:lstStyle/>
        <a:p>
          <a:endParaRPr lang="en-US"/>
        </a:p>
      </dgm:t>
    </dgm:pt>
    <dgm:pt modelId="{D0BFDC38-D865-451D-9DF7-239F8CB6EDB3}" type="pres">
      <dgm:prSet presAssocID="{9FB6F0F2-8068-420B-B0E0-0ED9C4956283}" presName="linear" presStyleCnt="0">
        <dgm:presLayoutVars>
          <dgm:animLvl val="lvl"/>
          <dgm:resizeHandles val="exact"/>
        </dgm:presLayoutVars>
      </dgm:prSet>
      <dgm:spPr/>
    </dgm:pt>
    <dgm:pt modelId="{A03E4CC7-8B2A-4DC3-A20A-A60D2A53B023}" type="pres">
      <dgm:prSet presAssocID="{F835EADA-B489-4A4E-964B-09D332318F6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E3E1E13-B2CD-4940-ABA7-B47CE8220445}" srcId="{9FB6F0F2-8068-420B-B0E0-0ED9C4956283}" destId="{F835EADA-B489-4A4E-964B-09D332318F65}" srcOrd="0" destOrd="0" parTransId="{4A683680-468F-489D-B7A1-3E6994CD0450}" sibTransId="{A737D8D2-EDAD-4A8F-9763-7B175717E24E}"/>
    <dgm:cxn modelId="{CCE75114-5D28-4EA7-9E52-363D8D403377}" type="presOf" srcId="{9FB6F0F2-8068-420B-B0E0-0ED9C4956283}" destId="{D0BFDC38-D865-451D-9DF7-239F8CB6EDB3}" srcOrd="0" destOrd="0" presId="urn:microsoft.com/office/officeart/2005/8/layout/vList2"/>
    <dgm:cxn modelId="{1D6B5B65-0E95-42B8-8005-8650E15278CB}" type="presOf" srcId="{F835EADA-B489-4A4E-964B-09D332318F65}" destId="{A03E4CC7-8B2A-4DC3-A20A-A60D2A53B023}" srcOrd="0" destOrd="0" presId="urn:microsoft.com/office/officeart/2005/8/layout/vList2"/>
    <dgm:cxn modelId="{93070AD0-B605-4D54-9CAB-43C1E347D5CA}" type="presParOf" srcId="{D0BFDC38-D865-451D-9DF7-239F8CB6EDB3}" destId="{A03E4CC7-8B2A-4DC3-A20A-A60D2A53B0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EE0EBE-44B2-48ED-A32A-6CC6D9E2A27B}" type="doc">
      <dgm:prSet loTypeId="urn:microsoft.com/office/officeart/2005/8/layout/vList2" loCatId="list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DD10CD84-BF77-4CCB-A0A3-1432DB6E6E79}">
      <dgm:prSet/>
      <dgm:spPr/>
      <dgm:t>
        <a:bodyPr/>
        <a:lstStyle/>
        <a:p>
          <a:r>
            <a:rPr lang="en-US"/>
            <a:t>Accountants</a:t>
          </a:r>
        </a:p>
      </dgm:t>
    </dgm:pt>
    <dgm:pt modelId="{8363BB50-5A20-483D-928C-7EB8E7E9D318}" type="parTrans" cxnId="{04F4D11C-2277-4E1D-8610-AAAA478420DC}">
      <dgm:prSet/>
      <dgm:spPr/>
      <dgm:t>
        <a:bodyPr/>
        <a:lstStyle/>
        <a:p>
          <a:endParaRPr lang="en-US"/>
        </a:p>
      </dgm:t>
    </dgm:pt>
    <dgm:pt modelId="{BC69B20E-5B31-4210-99D8-920294A8AC13}" type="sibTrans" cxnId="{04F4D11C-2277-4E1D-8610-AAAA478420DC}">
      <dgm:prSet/>
      <dgm:spPr/>
      <dgm:t>
        <a:bodyPr/>
        <a:lstStyle/>
        <a:p>
          <a:endParaRPr lang="en-US"/>
        </a:p>
      </dgm:t>
    </dgm:pt>
    <dgm:pt modelId="{DAC70D45-8DD4-4203-8F36-FCF8E5A3A161}">
      <dgm:prSet/>
      <dgm:spPr/>
      <dgm:t>
        <a:bodyPr/>
        <a:lstStyle/>
        <a:p>
          <a:r>
            <a:rPr lang="en-US"/>
            <a:t>Business owners</a:t>
          </a:r>
        </a:p>
      </dgm:t>
    </dgm:pt>
    <dgm:pt modelId="{B9E0E36E-216C-42D6-8DED-01538CCFEA66}" type="parTrans" cxnId="{F1E77411-9F58-46E9-BD54-435600EA9403}">
      <dgm:prSet/>
      <dgm:spPr/>
      <dgm:t>
        <a:bodyPr/>
        <a:lstStyle/>
        <a:p>
          <a:endParaRPr lang="en-US"/>
        </a:p>
      </dgm:t>
    </dgm:pt>
    <dgm:pt modelId="{70787B1F-AEE0-4B07-B22A-E79CFDF169D4}" type="sibTrans" cxnId="{F1E77411-9F58-46E9-BD54-435600EA9403}">
      <dgm:prSet/>
      <dgm:spPr/>
      <dgm:t>
        <a:bodyPr/>
        <a:lstStyle/>
        <a:p>
          <a:endParaRPr lang="en-US"/>
        </a:p>
      </dgm:t>
    </dgm:pt>
    <dgm:pt modelId="{7E354984-B4AA-400C-9C2A-5B2B10B03123}">
      <dgm:prSet/>
      <dgm:spPr/>
      <dgm:t>
        <a:bodyPr/>
        <a:lstStyle/>
        <a:p>
          <a:r>
            <a:rPr lang="en-US"/>
            <a:t>CA and CMA students</a:t>
          </a:r>
        </a:p>
      </dgm:t>
    </dgm:pt>
    <dgm:pt modelId="{9397A70A-C1FC-48EC-98F5-1EED4D74C635}" type="parTrans" cxnId="{304EDC16-DA99-4D3B-951C-234EF0ACC2F1}">
      <dgm:prSet/>
      <dgm:spPr/>
      <dgm:t>
        <a:bodyPr/>
        <a:lstStyle/>
        <a:p>
          <a:endParaRPr lang="en-US"/>
        </a:p>
      </dgm:t>
    </dgm:pt>
    <dgm:pt modelId="{A04EC15D-2573-4185-8272-BDDA2CE0E638}" type="sibTrans" cxnId="{304EDC16-DA99-4D3B-951C-234EF0ACC2F1}">
      <dgm:prSet/>
      <dgm:spPr/>
      <dgm:t>
        <a:bodyPr/>
        <a:lstStyle/>
        <a:p>
          <a:endParaRPr lang="en-US"/>
        </a:p>
      </dgm:t>
    </dgm:pt>
    <dgm:pt modelId="{D24C82C9-B9DD-49E6-B7CE-FF0BECD825CF}">
      <dgm:prSet/>
      <dgm:spPr/>
      <dgm:t>
        <a:bodyPr/>
        <a:lstStyle/>
        <a:p>
          <a:r>
            <a:rPr lang="en-US"/>
            <a:t>Small shops and large companies</a:t>
          </a:r>
        </a:p>
      </dgm:t>
    </dgm:pt>
    <dgm:pt modelId="{D827F0D2-141E-4789-AC83-316FA8E56E3D}" type="parTrans" cxnId="{7E1EB457-00E2-4E9D-B664-6FC474382594}">
      <dgm:prSet/>
      <dgm:spPr/>
      <dgm:t>
        <a:bodyPr/>
        <a:lstStyle/>
        <a:p>
          <a:endParaRPr lang="en-US"/>
        </a:p>
      </dgm:t>
    </dgm:pt>
    <dgm:pt modelId="{F59C243E-8E96-424A-88AA-F772E3581C5C}" type="sibTrans" cxnId="{7E1EB457-00E2-4E9D-B664-6FC474382594}">
      <dgm:prSet/>
      <dgm:spPr/>
      <dgm:t>
        <a:bodyPr/>
        <a:lstStyle/>
        <a:p>
          <a:endParaRPr lang="en-US"/>
        </a:p>
      </dgm:t>
    </dgm:pt>
    <dgm:pt modelId="{EA876242-EF98-46A7-AD8B-99A798AFCC24}" type="pres">
      <dgm:prSet presAssocID="{35EE0EBE-44B2-48ED-A32A-6CC6D9E2A27B}" presName="linear" presStyleCnt="0">
        <dgm:presLayoutVars>
          <dgm:animLvl val="lvl"/>
          <dgm:resizeHandles val="exact"/>
        </dgm:presLayoutVars>
      </dgm:prSet>
      <dgm:spPr/>
    </dgm:pt>
    <dgm:pt modelId="{F4C749D3-EFB4-4CC9-BAD6-7F8CD9641FD2}" type="pres">
      <dgm:prSet presAssocID="{DD10CD84-BF77-4CCB-A0A3-1432DB6E6E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825996-34CF-4693-9F70-53434EC5A862}" type="pres">
      <dgm:prSet presAssocID="{BC69B20E-5B31-4210-99D8-920294A8AC13}" presName="spacer" presStyleCnt="0"/>
      <dgm:spPr/>
    </dgm:pt>
    <dgm:pt modelId="{EAACB7AA-792E-4B7B-B414-48B3B149E9F6}" type="pres">
      <dgm:prSet presAssocID="{DAC70D45-8DD4-4203-8F36-FCF8E5A3A1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6F2BA7-A4B7-4E99-96B2-826120D08679}" type="pres">
      <dgm:prSet presAssocID="{70787B1F-AEE0-4B07-B22A-E79CFDF169D4}" presName="spacer" presStyleCnt="0"/>
      <dgm:spPr/>
    </dgm:pt>
    <dgm:pt modelId="{2EBBB0EB-FC48-479D-ABF3-0D80681AFC0F}" type="pres">
      <dgm:prSet presAssocID="{7E354984-B4AA-400C-9C2A-5B2B10B0312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88B46F-8380-4E3B-AAFD-08169608A9B8}" type="pres">
      <dgm:prSet presAssocID="{A04EC15D-2573-4185-8272-BDDA2CE0E638}" presName="spacer" presStyleCnt="0"/>
      <dgm:spPr/>
    </dgm:pt>
    <dgm:pt modelId="{3C2A7211-E136-4CAA-AAB1-AA11507B590C}" type="pres">
      <dgm:prSet presAssocID="{D24C82C9-B9DD-49E6-B7CE-FF0BECD825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E77411-9F58-46E9-BD54-435600EA9403}" srcId="{35EE0EBE-44B2-48ED-A32A-6CC6D9E2A27B}" destId="{DAC70D45-8DD4-4203-8F36-FCF8E5A3A161}" srcOrd="1" destOrd="0" parTransId="{B9E0E36E-216C-42D6-8DED-01538CCFEA66}" sibTransId="{70787B1F-AEE0-4B07-B22A-E79CFDF169D4}"/>
    <dgm:cxn modelId="{304EDC16-DA99-4D3B-951C-234EF0ACC2F1}" srcId="{35EE0EBE-44B2-48ED-A32A-6CC6D9E2A27B}" destId="{7E354984-B4AA-400C-9C2A-5B2B10B03123}" srcOrd="2" destOrd="0" parTransId="{9397A70A-C1FC-48EC-98F5-1EED4D74C635}" sibTransId="{A04EC15D-2573-4185-8272-BDDA2CE0E638}"/>
    <dgm:cxn modelId="{04F4D11C-2277-4E1D-8610-AAAA478420DC}" srcId="{35EE0EBE-44B2-48ED-A32A-6CC6D9E2A27B}" destId="{DD10CD84-BF77-4CCB-A0A3-1432DB6E6E79}" srcOrd="0" destOrd="0" parTransId="{8363BB50-5A20-483D-928C-7EB8E7E9D318}" sibTransId="{BC69B20E-5B31-4210-99D8-920294A8AC13}"/>
    <dgm:cxn modelId="{C2232A49-F8A7-42C8-90C6-2DAD09751873}" type="presOf" srcId="{D24C82C9-B9DD-49E6-B7CE-FF0BECD825CF}" destId="{3C2A7211-E136-4CAA-AAB1-AA11507B590C}" srcOrd="0" destOrd="0" presId="urn:microsoft.com/office/officeart/2005/8/layout/vList2"/>
    <dgm:cxn modelId="{4714A56B-A46B-49CD-9498-90582FBC3520}" type="presOf" srcId="{DD10CD84-BF77-4CCB-A0A3-1432DB6E6E79}" destId="{F4C749D3-EFB4-4CC9-BAD6-7F8CD9641FD2}" srcOrd="0" destOrd="0" presId="urn:microsoft.com/office/officeart/2005/8/layout/vList2"/>
    <dgm:cxn modelId="{C08D2C74-0367-4510-B498-CAD43D8F5C02}" type="presOf" srcId="{35EE0EBE-44B2-48ED-A32A-6CC6D9E2A27B}" destId="{EA876242-EF98-46A7-AD8B-99A798AFCC24}" srcOrd="0" destOrd="0" presId="urn:microsoft.com/office/officeart/2005/8/layout/vList2"/>
    <dgm:cxn modelId="{7E1EB457-00E2-4E9D-B664-6FC474382594}" srcId="{35EE0EBE-44B2-48ED-A32A-6CC6D9E2A27B}" destId="{D24C82C9-B9DD-49E6-B7CE-FF0BECD825CF}" srcOrd="3" destOrd="0" parTransId="{D827F0D2-141E-4789-AC83-316FA8E56E3D}" sibTransId="{F59C243E-8E96-424A-88AA-F772E3581C5C}"/>
    <dgm:cxn modelId="{1492CC57-4497-4747-8B10-BA00E520B61C}" type="presOf" srcId="{DAC70D45-8DD4-4203-8F36-FCF8E5A3A161}" destId="{EAACB7AA-792E-4B7B-B414-48B3B149E9F6}" srcOrd="0" destOrd="0" presId="urn:microsoft.com/office/officeart/2005/8/layout/vList2"/>
    <dgm:cxn modelId="{D564858E-2CC1-4B5F-9046-309EF112EBB7}" type="presOf" srcId="{7E354984-B4AA-400C-9C2A-5B2B10B03123}" destId="{2EBBB0EB-FC48-479D-ABF3-0D80681AFC0F}" srcOrd="0" destOrd="0" presId="urn:microsoft.com/office/officeart/2005/8/layout/vList2"/>
    <dgm:cxn modelId="{C88EE927-0C2E-43B1-8AE0-68F699D73B8D}" type="presParOf" srcId="{EA876242-EF98-46A7-AD8B-99A798AFCC24}" destId="{F4C749D3-EFB4-4CC9-BAD6-7F8CD9641FD2}" srcOrd="0" destOrd="0" presId="urn:microsoft.com/office/officeart/2005/8/layout/vList2"/>
    <dgm:cxn modelId="{9C920D62-A4E3-428B-A028-BECE92EBD7AE}" type="presParOf" srcId="{EA876242-EF98-46A7-AD8B-99A798AFCC24}" destId="{8D825996-34CF-4693-9F70-53434EC5A862}" srcOrd="1" destOrd="0" presId="urn:microsoft.com/office/officeart/2005/8/layout/vList2"/>
    <dgm:cxn modelId="{7D605725-0B41-4CAC-98D0-BD91F4A5082B}" type="presParOf" srcId="{EA876242-EF98-46A7-AD8B-99A798AFCC24}" destId="{EAACB7AA-792E-4B7B-B414-48B3B149E9F6}" srcOrd="2" destOrd="0" presId="urn:microsoft.com/office/officeart/2005/8/layout/vList2"/>
    <dgm:cxn modelId="{92DB76BC-046C-494D-866D-34BFFDEC933A}" type="presParOf" srcId="{EA876242-EF98-46A7-AD8B-99A798AFCC24}" destId="{296F2BA7-A4B7-4E99-96B2-826120D08679}" srcOrd="3" destOrd="0" presId="urn:microsoft.com/office/officeart/2005/8/layout/vList2"/>
    <dgm:cxn modelId="{8EC3D985-9240-4080-8043-D0EEFE3160F2}" type="presParOf" srcId="{EA876242-EF98-46A7-AD8B-99A798AFCC24}" destId="{2EBBB0EB-FC48-479D-ABF3-0D80681AFC0F}" srcOrd="4" destOrd="0" presId="urn:microsoft.com/office/officeart/2005/8/layout/vList2"/>
    <dgm:cxn modelId="{23ADF69C-FA38-4630-AAAE-343BCE9AE099}" type="presParOf" srcId="{EA876242-EF98-46A7-AD8B-99A798AFCC24}" destId="{BA88B46F-8380-4E3B-AAFD-08169608A9B8}" srcOrd="5" destOrd="0" presId="urn:microsoft.com/office/officeart/2005/8/layout/vList2"/>
    <dgm:cxn modelId="{4CE67FEE-85BB-49B4-8D18-1385E1976CDC}" type="presParOf" srcId="{EA876242-EF98-46A7-AD8B-99A798AFCC24}" destId="{3C2A7211-E136-4CAA-AAB1-AA11507B59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415E04-4008-4E65-88F5-5532FFECD137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09DD9AF-1109-453C-B2FD-79E2FA5C40C6}">
      <dgm:prSet/>
      <dgm:spPr/>
      <dgm:t>
        <a:bodyPr/>
        <a:lstStyle/>
        <a:p>
          <a:pPr algn="ctr"/>
          <a:r>
            <a:rPr lang="en-US"/>
            <a:t>Versions of Tally</a:t>
          </a:r>
        </a:p>
      </dgm:t>
    </dgm:pt>
    <dgm:pt modelId="{C18DC6E5-776D-4924-ACCA-6DDB73EFE291}" type="parTrans" cxnId="{9506437F-9DCA-4875-A7CA-0128C74CABE3}">
      <dgm:prSet/>
      <dgm:spPr/>
      <dgm:t>
        <a:bodyPr/>
        <a:lstStyle/>
        <a:p>
          <a:endParaRPr lang="en-US"/>
        </a:p>
      </dgm:t>
    </dgm:pt>
    <dgm:pt modelId="{EB3600E8-722F-4D2E-935D-D97DFC5FB354}" type="sibTrans" cxnId="{9506437F-9DCA-4875-A7CA-0128C74CABE3}">
      <dgm:prSet/>
      <dgm:spPr/>
      <dgm:t>
        <a:bodyPr/>
        <a:lstStyle/>
        <a:p>
          <a:endParaRPr lang="en-US"/>
        </a:p>
      </dgm:t>
    </dgm:pt>
    <dgm:pt modelId="{16A2B109-8F01-416C-A3AB-03A6964C5E9E}" type="pres">
      <dgm:prSet presAssocID="{2F415E04-4008-4E65-88F5-5532FFECD137}" presName="linear" presStyleCnt="0">
        <dgm:presLayoutVars>
          <dgm:animLvl val="lvl"/>
          <dgm:resizeHandles val="exact"/>
        </dgm:presLayoutVars>
      </dgm:prSet>
      <dgm:spPr/>
    </dgm:pt>
    <dgm:pt modelId="{33A2E1E3-CA59-4402-A82A-66872114F8BB}" type="pres">
      <dgm:prSet presAssocID="{A09DD9AF-1109-453C-B2FD-79E2FA5C40C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39E2F76-EAEA-4869-A5F0-075F835A296D}" type="presOf" srcId="{2F415E04-4008-4E65-88F5-5532FFECD137}" destId="{16A2B109-8F01-416C-A3AB-03A6964C5E9E}" srcOrd="0" destOrd="0" presId="urn:microsoft.com/office/officeart/2005/8/layout/vList2"/>
    <dgm:cxn modelId="{9506437F-9DCA-4875-A7CA-0128C74CABE3}" srcId="{2F415E04-4008-4E65-88F5-5532FFECD137}" destId="{A09DD9AF-1109-453C-B2FD-79E2FA5C40C6}" srcOrd="0" destOrd="0" parTransId="{C18DC6E5-776D-4924-ACCA-6DDB73EFE291}" sibTransId="{EB3600E8-722F-4D2E-935D-D97DFC5FB354}"/>
    <dgm:cxn modelId="{C94B3D94-CBCA-4AFD-894F-C81527930109}" type="presOf" srcId="{A09DD9AF-1109-453C-B2FD-79E2FA5C40C6}" destId="{33A2E1E3-CA59-4402-A82A-66872114F8BB}" srcOrd="0" destOrd="0" presId="urn:microsoft.com/office/officeart/2005/8/layout/vList2"/>
    <dgm:cxn modelId="{96EE04DD-8AD0-4BCF-B4D8-D8B2D42FB336}" type="presParOf" srcId="{16A2B109-8F01-416C-A3AB-03A6964C5E9E}" destId="{33A2E1E3-CA59-4402-A82A-66872114F8B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D3B3AF8-0F93-437F-8B54-783B3779E073}" type="doc">
      <dgm:prSet loTypeId="urn:microsoft.com/office/officeart/2008/layout/LinedList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01ABCA-D31F-4035-B117-87C71490B133}">
      <dgm:prSet/>
      <dgm:spPr/>
      <dgm:t>
        <a:bodyPr/>
        <a:lstStyle/>
        <a:p>
          <a:r>
            <a:rPr lang="en-US"/>
            <a:t>There are different versions of Tally software:</a:t>
          </a:r>
        </a:p>
      </dgm:t>
    </dgm:pt>
    <dgm:pt modelId="{040F0CE5-2299-4915-AAB4-0FF90884AA65}" type="parTrans" cxnId="{793CF147-1EC7-4981-8049-BC002E8AE6BF}">
      <dgm:prSet/>
      <dgm:spPr/>
      <dgm:t>
        <a:bodyPr/>
        <a:lstStyle/>
        <a:p>
          <a:endParaRPr lang="en-US"/>
        </a:p>
      </dgm:t>
    </dgm:pt>
    <dgm:pt modelId="{481DCAB4-1CEA-4C69-BE44-68FE5EE060C4}" type="sibTrans" cxnId="{793CF147-1EC7-4981-8049-BC002E8AE6BF}">
      <dgm:prSet/>
      <dgm:spPr/>
      <dgm:t>
        <a:bodyPr/>
        <a:lstStyle/>
        <a:p>
          <a:endParaRPr lang="en-US"/>
        </a:p>
      </dgm:t>
    </dgm:pt>
    <dgm:pt modelId="{82C4614B-669E-4617-B51E-797B12AE0E75}">
      <dgm:prSet/>
      <dgm:spPr/>
      <dgm:t>
        <a:bodyPr/>
        <a:lstStyle/>
        <a:p>
          <a:r>
            <a:rPr lang="en-US"/>
            <a:t>• Tally 7.2 (Old version)</a:t>
          </a:r>
        </a:p>
      </dgm:t>
    </dgm:pt>
    <dgm:pt modelId="{769E70A3-D917-425A-82D1-822D798AF56F}" type="parTrans" cxnId="{99E1A376-770E-4291-A630-0EA0CA133BF6}">
      <dgm:prSet/>
      <dgm:spPr/>
      <dgm:t>
        <a:bodyPr/>
        <a:lstStyle/>
        <a:p>
          <a:endParaRPr lang="en-US"/>
        </a:p>
      </dgm:t>
    </dgm:pt>
    <dgm:pt modelId="{FDD65A0F-51A9-4F45-8D31-FB853FCB28BF}" type="sibTrans" cxnId="{99E1A376-770E-4291-A630-0EA0CA133BF6}">
      <dgm:prSet/>
      <dgm:spPr/>
      <dgm:t>
        <a:bodyPr/>
        <a:lstStyle/>
        <a:p>
          <a:endParaRPr lang="en-US"/>
        </a:p>
      </dgm:t>
    </dgm:pt>
    <dgm:pt modelId="{16D3BB7D-E639-4B90-930E-70B063B70996}">
      <dgm:prSet/>
      <dgm:spPr/>
      <dgm:t>
        <a:bodyPr/>
        <a:lstStyle/>
        <a:p>
          <a:r>
            <a:rPr lang="en-US"/>
            <a:t>• Tally ERP 9</a:t>
          </a:r>
        </a:p>
      </dgm:t>
    </dgm:pt>
    <dgm:pt modelId="{4A776309-899C-474E-B50F-B461F7816CDC}" type="parTrans" cxnId="{8A1C3B6A-C347-4B2A-8789-16141212043F}">
      <dgm:prSet/>
      <dgm:spPr/>
      <dgm:t>
        <a:bodyPr/>
        <a:lstStyle/>
        <a:p>
          <a:endParaRPr lang="en-US"/>
        </a:p>
      </dgm:t>
    </dgm:pt>
    <dgm:pt modelId="{B1C4A4CF-3B8E-470A-B792-4135D7B26815}" type="sibTrans" cxnId="{8A1C3B6A-C347-4B2A-8789-16141212043F}">
      <dgm:prSet/>
      <dgm:spPr/>
      <dgm:t>
        <a:bodyPr/>
        <a:lstStyle/>
        <a:p>
          <a:endParaRPr lang="en-US"/>
        </a:p>
      </dgm:t>
    </dgm:pt>
    <dgm:pt modelId="{D6C42D75-C6DD-4821-A6B0-F6356B962157}">
      <dgm:prSet/>
      <dgm:spPr/>
      <dgm:t>
        <a:bodyPr/>
        <a:lstStyle/>
        <a:p>
          <a:r>
            <a:rPr lang="en-US"/>
            <a:t>• Tally Prime (Latest version)</a:t>
          </a:r>
        </a:p>
      </dgm:t>
    </dgm:pt>
    <dgm:pt modelId="{49304B75-0DC3-4E15-B31D-492151CC57C1}" type="parTrans" cxnId="{33814D82-AA99-4865-8B92-5AC817619A73}">
      <dgm:prSet/>
      <dgm:spPr/>
      <dgm:t>
        <a:bodyPr/>
        <a:lstStyle/>
        <a:p>
          <a:endParaRPr lang="en-US"/>
        </a:p>
      </dgm:t>
    </dgm:pt>
    <dgm:pt modelId="{C06F7710-3A22-4B15-9AA9-EC8082F9525B}" type="sibTrans" cxnId="{33814D82-AA99-4865-8B92-5AC817619A73}">
      <dgm:prSet/>
      <dgm:spPr/>
      <dgm:t>
        <a:bodyPr/>
        <a:lstStyle/>
        <a:p>
          <a:endParaRPr lang="en-US"/>
        </a:p>
      </dgm:t>
    </dgm:pt>
    <dgm:pt modelId="{58D65632-0C3E-4564-ACD8-174E70E19BCE}" type="pres">
      <dgm:prSet presAssocID="{1D3B3AF8-0F93-437F-8B54-783B3779E073}" presName="vert0" presStyleCnt="0">
        <dgm:presLayoutVars>
          <dgm:dir/>
          <dgm:animOne val="branch"/>
          <dgm:animLvl val="lvl"/>
        </dgm:presLayoutVars>
      </dgm:prSet>
      <dgm:spPr/>
    </dgm:pt>
    <dgm:pt modelId="{D50D6A70-809E-47E8-8E11-9129F8BDE8E6}" type="pres">
      <dgm:prSet presAssocID="{D301ABCA-D31F-4035-B117-87C71490B133}" presName="thickLine" presStyleLbl="alignNode1" presStyleIdx="0" presStyleCnt="4"/>
      <dgm:spPr/>
    </dgm:pt>
    <dgm:pt modelId="{BB7213A7-FB2F-4330-915F-54331492D7C1}" type="pres">
      <dgm:prSet presAssocID="{D301ABCA-D31F-4035-B117-87C71490B133}" presName="horz1" presStyleCnt="0"/>
      <dgm:spPr/>
    </dgm:pt>
    <dgm:pt modelId="{F9E5931A-0CD6-454F-965D-2E824EF55CB8}" type="pres">
      <dgm:prSet presAssocID="{D301ABCA-D31F-4035-B117-87C71490B133}" presName="tx1" presStyleLbl="revTx" presStyleIdx="0" presStyleCnt="4"/>
      <dgm:spPr/>
    </dgm:pt>
    <dgm:pt modelId="{0C9A4900-D9B5-496E-8EC6-7958F4493092}" type="pres">
      <dgm:prSet presAssocID="{D301ABCA-D31F-4035-B117-87C71490B133}" presName="vert1" presStyleCnt="0"/>
      <dgm:spPr/>
    </dgm:pt>
    <dgm:pt modelId="{F2694A18-F795-407A-94BE-007A9B2C4255}" type="pres">
      <dgm:prSet presAssocID="{82C4614B-669E-4617-B51E-797B12AE0E75}" presName="thickLine" presStyleLbl="alignNode1" presStyleIdx="1" presStyleCnt="4"/>
      <dgm:spPr/>
    </dgm:pt>
    <dgm:pt modelId="{B8075A86-DA15-42E0-8DC6-7B7EAF2852C5}" type="pres">
      <dgm:prSet presAssocID="{82C4614B-669E-4617-B51E-797B12AE0E75}" presName="horz1" presStyleCnt="0"/>
      <dgm:spPr/>
    </dgm:pt>
    <dgm:pt modelId="{846C2DD6-3536-4957-8B3B-97B82BFCEBA9}" type="pres">
      <dgm:prSet presAssocID="{82C4614B-669E-4617-B51E-797B12AE0E75}" presName="tx1" presStyleLbl="revTx" presStyleIdx="1" presStyleCnt="4"/>
      <dgm:spPr/>
    </dgm:pt>
    <dgm:pt modelId="{8A41FCBA-23B8-414E-85EF-FD9940F73310}" type="pres">
      <dgm:prSet presAssocID="{82C4614B-669E-4617-B51E-797B12AE0E75}" presName="vert1" presStyleCnt="0"/>
      <dgm:spPr/>
    </dgm:pt>
    <dgm:pt modelId="{FC8AD36E-8C06-463E-8C59-7C8EC48307B1}" type="pres">
      <dgm:prSet presAssocID="{16D3BB7D-E639-4B90-930E-70B063B70996}" presName="thickLine" presStyleLbl="alignNode1" presStyleIdx="2" presStyleCnt="4"/>
      <dgm:spPr/>
    </dgm:pt>
    <dgm:pt modelId="{994954F4-2671-4722-BEFB-CE2322737B51}" type="pres">
      <dgm:prSet presAssocID="{16D3BB7D-E639-4B90-930E-70B063B70996}" presName="horz1" presStyleCnt="0"/>
      <dgm:spPr/>
    </dgm:pt>
    <dgm:pt modelId="{6DFC7510-E24B-4115-A823-DEBB38B7D22D}" type="pres">
      <dgm:prSet presAssocID="{16D3BB7D-E639-4B90-930E-70B063B70996}" presName="tx1" presStyleLbl="revTx" presStyleIdx="2" presStyleCnt="4"/>
      <dgm:spPr/>
    </dgm:pt>
    <dgm:pt modelId="{0C52DB62-65E0-4699-8540-FC82E8FE69C3}" type="pres">
      <dgm:prSet presAssocID="{16D3BB7D-E639-4B90-930E-70B063B70996}" presName="vert1" presStyleCnt="0"/>
      <dgm:spPr/>
    </dgm:pt>
    <dgm:pt modelId="{3D0C6CBD-C788-4948-96B6-41FDD15DD749}" type="pres">
      <dgm:prSet presAssocID="{D6C42D75-C6DD-4821-A6B0-F6356B962157}" presName="thickLine" presStyleLbl="alignNode1" presStyleIdx="3" presStyleCnt="4"/>
      <dgm:spPr/>
    </dgm:pt>
    <dgm:pt modelId="{039A2F74-3469-47BD-B6AE-A5625BD21947}" type="pres">
      <dgm:prSet presAssocID="{D6C42D75-C6DD-4821-A6B0-F6356B962157}" presName="horz1" presStyleCnt="0"/>
      <dgm:spPr/>
    </dgm:pt>
    <dgm:pt modelId="{41521CA5-33AD-47F8-9240-75CBAF302D8F}" type="pres">
      <dgm:prSet presAssocID="{D6C42D75-C6DD-4821-A6B0-F6356B962157}" presName="tx1" presStyleLbl="revTx" presStyleIdx="3" presStyleCnt="4"/>
      <dgm:spPr/>
    </dgm:pt>
    <dgm:pt modelId="{D13AF3CE-E1F1-4B8D-B8E6-7525BE051B91}" type="pres">
      <dgm:prSet presAssocID="{D6C42D75-C6DD-4821-A6B0-F6356B962157}" presName="vert1" presStyleCnt="0"/>
      <dgm:spPr/>
    </dgm:pt>
  </dgm:ptLst>
  <dgm:cxnLst>
    <dgm:cxn modelId="{C02B5E61-0007-4322-9150-A0F4CB5D106A}" type="presOf" srcId="{D6C42D75-C6DD-4821-A6B0-F6356B962157}" destId="{41521CA5-33AD-47F8-9240-75CBAF302D8F}" srcOrd="0" destOrd="0" presId="urn:microsoft.com/office/officeart/2008/layout/LinedList"/>
    <dgm:cxn modelId="{793CF147-1EC7-4981-8049-BC002E8AE6BF}" srcId="{1D3B3AF8-0F93-437F-8B54-783B3779E073}" destId="{D301ABCA-D31F-4035-B117-87C71490B133}" srcOrd="0" destOrd="0" parTransId="{040F0CE5-2299-4915-AAB4-0FF90884AA65}" sibTransId="{481DCAB4-1CEA-4C69-BE44-68FE5EE060C4}"/>
    <dgm:cxn modelId="{8A1C3B6A-C347-4B2A-8789-16141212043F}" srcId="{1D3B3AF8-0F93-437F-8B54-783B3779E073}" destId="{16D3BB7D-E639-4B90-930E-70B063B70996}" srcOrd="2" destOrd="0" parTransId="{4A776309-899C-474E-B50F-B461F7816CDC}" sibTransId="{B1C4A4CF-3B8E-470A-B792-4135D7B26815}"/>
    <dgm:cxn modelId="{99E1A376-770E-4291-A630-0EA0CA133BF6}" srcId="{1D3B3AF8-0F93-437F-8B54-783B3779E073}" destId="{82C4614B-669E-4617-B51E-797B12AE0E75}" srcOrd="1" destOrd="0" parTransId="{769E70A3-D917-425A-82D1-822D798AF56F}" sibTransId="{FDD65A0F-51A9-4F45-8D31-FB853FCB28BF}"/>
    <dgm:cxn modelId="{33814D82-AA99-4865-8B92-5AC817619A73}" srcId="{1D3B3AF8-0F93-437F-8B54-783B3779E073}" destId="{D6C42D75-C6DD-4821-A6B0-F6356B962157}" srcOrd="3" destOrd="0" parTransId="{49304B75-0DC3-4E15-B31D-492151CC57C1}" sibTransId="{C06F7710-3A22-4B15-9AA9-EC8082F9525B}"/>
    <dgm:cxn modelId="{EDC01C9D-10C9-4039-B067-7FDBD77C2F06}" type="presOf" srcId="{D301ABCA-D31F-4035-B117-87C71490B133}" destId="{F9E5931A-0CD6-454F-965D-2E824EF55CB8}" srcOrd="0" destOrd="0" presId="urn:microsoft.com/office/officeart/2008/layout/LinedList"/>
    <dgm:cxn modelId="{D5B14DF9-7FE5-484B-AF80-51A35C114974}" type="presOf" srcId="{1D3B3AF8-0F93-437F-8B54-783B3779E073}" destId="{58D65632-0C3E-4564-ACD8-174E70E19BCE}" srcOrd="0" destOrd="0" presId="urn:microsoft.com/office/officeart/2008/layout/LinedList"/>
    <dgm:cxn modelId="{1F6728FB-42D5-489F-A383-11645CA30F8F}" type="presOf" srcId="{16D3BB7D-E639-4B90-930E-70B063B70996}" destId="{6DFC7510-E24B-4115-A823-DEBB38B7D22D}" srcOrd="0" destOrd="0" presId="urn:microsoft.com/office/officeart/2008/layout/LinedList"/>
    <dgm:cxn modelId="{BB0E43FF-DAEE-4696-AA77-F5152E7F2F36}" type="presOf" srcId="{82C4614B-669E-4617-B51E-797B12AE0E75}" destId="{846C2DD6-3536-4957-8B3B-97B82BFCEBA9}" srcOrd="0" destOrd="0" presId="urn:microsoft.com/office/officeart/2008/layout/LinedList"/>
    <dgm:cxn modelId="{43DB28C7-96AC-4AA8-A6DB-FB158CE997FF}" type="presParOf" srcId="{58D65632-0C3E-4564-ACD8-174E70E19BCE}" destId="{D50D6A70-809E-47E8-8E11-9129F8BDE8E6}" srcOrd="0" destOrd="0" presId="urn:microsoft.com/office/officeart/2008/layout/LinedList"/>
    <dgm:cxn modelId="{3C974501-90D7-4641-AF72-87DF29FA1451}" type="presParOf" srcId="{58D65632-0C3E-4564-ACD8-174E70E19BCE}" destId="{BB7213A7-FB2F-4330-915F-54331492D7C1}" srcOrd="1" destOrd="0" presId="urn:microsoft.com/office/officeart/2008/layout/LinedList"/>
    <dgm:cxn modelId="{5C8CB0EF-8750-40E5-9DAE-F2DA0CEAE853}" type="presParOf" srcId="{BB7213A7-FB2F-4330-915F-54331492D7C1}" destId="{F9E5931A-0CD6-454F-965D-2E824EF55CB8}" srcOrd="0" destOrd="0" presId="urn:microsoft.com/office/officeart/2008/layout/LinedList"/>
    <dgm:cxn modelId="{D7AA7E91-86CC-4002-AA6F-3354AC893AAF}" type="presParOf" srcId="{BB7213A7-FB2F-4330-915F-54331492D7C1}" destId="{0C9A4900-D9B5-496E-8EC6-7958F4493092}" srcOrd="1" destOrd="0" presId="urn:microsoft.com/office/officeart/2008/layout/LinedList"/>
    <dgm:cxn modelId="{5A057343-77AB-4A29-A963-07E06DAF21B5}" type="presParOf" srcId="{58D65632-0C3E-4564-ACD8-174E70E19BCE}" destId="{F2694A18-F795-407A-94BE-007A9B2C4255}" srcOrd="2" destOrd="0" presId="urn:microsoft.com/office/officeart/2008/layout/LinedList"/>
    <dgm:cxn modelId="{DDD632B1-68A5-40F1-A4C3-2A24B448429E}" type="presParOf" srcId="{58D65632-0C3E-4564-ACD8-174E70E19BCE}" destId="{B8075A86-DA15-42E0-8DC6-7B7EAF2852C5}" srcOrd="3" destOrd="0" presId="urn:microsoft.com/office/officeart/2008/layout/LinedList"/>
    <dgm:cxn modelId="{32F1F994-153E-46E5-8618-6631A0129A3C}" type="presParOf" srcId="{B8075A86-DA15-42E0-8DC6-7B7EAF2852C5}" destId="{846C2DD6-3536-4957-8B3B-97B82BFCEBA9}" srcOrd="0" destOrd="0" presId="urn:microsoft.com/office/officeart/2008/layout/LinedList"/>
    <dgm:cxn modelId="{78A6C525-0CC5-4BC6-ACE1-6D459C5EEDD9}" type="presParOf" srcId="{B8075A86-DA15-42E0-8DC6-7B7EAF2852C5}" destId="{8A41FCBA-23B8-414E-85EF-FD9940F73310}" srcOrd="1" destOrd="0" presId="urn:microsoft.com/office/officeart/2008/layout/LinedList"/>
    <dgm:cxn modelId="{A0C1D6DD-4493-4503-A8E2-7A57BC0A4A67}" type="presParOf" srcId="{58D65632-0C3E-4564-ACD8-174E70E19BCE}" destId="{FC8AD36E-8C06-463E-8C59-7C8EC48307B1}" srcOrd="4" destOrd="0" presId="urn:microsoft.com/office/officeart/2008/layout/LinedList"/>
    <dgm:cxn modelId="{4CB5C85E-1EA7-498B-A226-8C80E6869F82}" type="presParOf" srcId="{58D65632-0C3E-4564-ACD8-174E70E19BCE}" destId="{994954F4-2671-4722-BEFB-CE2322737B51}" srcOrd="5" destOrd="0" presId="urn:microsoft.com/office/officeart/2008/layout/LinedList"/>
    <dgm:cxn modelId="{7DCA55D7-550D-4F91-B57D-2DE219E4E7EB}" type="presParOf" srcId="{994954F4-2671-4722-BEFB-CE2322737B51}" destId="{6DFC7510-E24B-4115-A823-DEBB38B7D22D}" srcOrd="0" destOrd="0" presId="urn:microsoft.com/office/officeart/2008/layout/LinedList"/>
    <dgm:cxn modelId="{B67D3476-F4F3-4534-8795-D9444DF1B855}" type="presParOf" srcId="{994954F4-2671-4722-BEFB-CE2322737B51}" destId="{0C52DB62-65E0-4699-8540-FC82E8FE69C3}" srcOrd="1" destOrd="0" presId="urn:microsoft.com/office/officeart/2008/layout/LinedList"/>
    <dgm:cxn modelId="{F17BB016-9E4F-4093-807F-80AC29EF5A96}" type="presParOf" srcId="{58D65632-0C3E-4564-ACD8-174E70E19BCE}" destId="{3D0C6CBD-C788-4948-96B6-41FDD15DD749}" srcOrd="6" destOrd="0" presId="urn:microsoft.com/office/officeart/2008/layout/LinedList"/>
    <dgm:cxn modelId="{BE759A52-C4AE-47BE-B3A2-DAEBB72F7EC4}" type="presParOf" srcId="{58D65632-0C3E-4564-ACD8-174E70E19BCE}" destId="{039A2F74-3469-47BD-B6AE-A5625BD21947}" srcOrd="7" destOrd="0" presId="urn:microsoft.com/office/officeart/2008/layout/LinedList"/>
    <dgm:cxn modelId="{463A785F-87F3-43A2-8C83-DBAFEC73FE2A}" type="presParOf" srcId="{039A2F74-3469-47BD-B6AE-A5625BD21947}" destId="{41521CA5-33AD-47F8-9240-75CBAF302D8F}" srcOrd="0" destOrd="0" presId="urn:microsoft.com/office/officeart/2008/layout/LinedList"/>
    <dgm:cxn modelId="{284F3FDD-7665-4DD3-9177-BCC56CF63065}" type="presParOf" srcId="{039A2F74-3469-47BD-B6AE-A5625BD21947}" destId="{D13AF3CE-E1F1-4B8D-B8E6-7525BE051B9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D2C7D7A-8620-4FC9-A189-195DFEFB37F8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BB3399C-C152-4CCF-AB9B-0D80C3BF381F}">
      <dgm:prSet/>
      <dgm:spPr/>
      <dgm:t>
        <a:bodyPr/>
        <a:lstStyle/>
        <a:p>
          <a:pPr algn="ctr"/>
          <a:r>
            <a:rPr lang="en-US"/>
            <a:t>Tally ERP 9</a:t>
          </a:r>
        </a:p>
      </dgm:t>
    </dgm:pt>
    <dgm:pt modelId="{60F7CD24-AED2-4537-82E5-0B7A92B13B43}" type="parTrans" cxnId="{90038155-3C45-4D28-AE09-CDDB9B8DFDB3}">
      <dgm:prSet/>
      <dgm:spPr/>
      <dgm:t>
        <a:bodyPr/>
        <a:lstStyle/>
        <a:p>
          <a:endParaRPr lang="en-US"/>
        </a:p>
      </dgm:t>
    </dgm:pt>
    <dgm:pt modelId="{361507DB-54B3-4EBA-A77F-5CA9BF353025}" type="sibTrans" cxnId="{90038155-3C45-4D28-AE09-CDDB9B8DFDB3}">
      <dgm:prSet/>
      <dgm:spPr/>
      <dgm:t>
        <a:bodyPr/>
        <a:lstStyle/>
        <a:p>
          <a:endParaRPr lang="en-US"/>
        </a:p>
      </dgm:t>
    </dgm:pt>
    <dgm:pt modelId="{C4351AB3-B649-4487-88D2-865F4D830C5D}" type="pres">
      <dgm:prSet presAssocID="{2D2C7D7A-8620-4FC9-A189-195DFEFB37F8}" presName="linear" presStyleCnt="0">
        <dgm:presLayoutVars>
          <dgm:animLvl val="lvl"/>
          <dgm:resizeHandles val="exact"/>
        </dgm:presLayoutVars>
      </dgm:prSet>
      <dgm:spPr/>
    </dgm:pt>
    <dgm:pt modelId="{93081407-1EE4-457D-A5A2-2223EDE41CFF}" type="pres">
      <dgm:prSet presAssocID="{3BB3399C-C152-4CCF-AB9B-0D80C3BF381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0038155-3C45-4D28-AE09-CDDB9B8DFDB3}" srcId="{2D2C7D7A-8620-4FC9-A189-195DFEFB37F8}" destId="{3BB3399C-C152-4CCF-AB9B-0D80C3BF381F}" srcOrd="0" destOrd="0" parTransId="{60F7CD24-AED2-4537-82E5-0B7A92B13B43}" sibTransId="{361507DB-54B3-4EBA-A77F-5CA9BF353025}"/>
    <dgm:cxn modelId="{AEEB1A8A-8E08-40C1-8C61-B42C1AD24559}" type="presOf" srcId="{2D2C7D7A-8620-4FC9-A189-195DFEFB37F8}" destId="{C4351AB3-B649-4487-88D2-865F4D830C5D}" srcOrd="0" destOrd="0" presId="urn:microsoft.com/office/officeart/2005/8/layout/vList2"/>
    <dgm:cxn modelId="{5F2138BD-059D-4D99-9552-F135EBD575A7}" type="presOf" srcId="{3BB3399C-C152-4CCF-AB9B-0D80C3BF381F}" destId="{93081407-1EE4-457D-A5A2-2223EDE41CFF}" srcOrd="0" destOrd="0" presId="urn:microsoft.com/office/officeart/2005/8/layout/vList2"/>
    <dgm:cxn modelId="{8394AEC7-4924-45A0-A074-FD7C85DA15AB}" type="presParOf" srcId="{C4351AB3-B649-4487-88D2-865F4D830C5D}" destId="{93081407-1EE4-457D-A5A2-2223EDE41C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AFD6ABA-25F4-46AC-8C2D-0E9B681280B0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A1C4920-E5FE-43E6-8328-1F8EF79115DB}">
      <dgm:prSet/>
      <dgm:spPr/>
      <dgm:t>
        <a:bodyPr/>
        <a:lstStyle/>
        <a:p>
          <a:pPr algn="ctr"/>
          <a:r>
            <a:rPr lang="en-US"/>
            <a:t>Tally Prime</a:t>
          </a:r>
        </a:p>
      </dgm:t>
    </dgm:pt>
    <dgm:pt modelId="{BC3BA53E-AE88-42E8-B320-82A2E296E0C1}" type="parTrans" cxnId="{616E7633-9FEE-4BFB-9F09-91606E1C3B87}">
      <dgm:prSet/>
      <dgm:spPr/>
      <dgm:t>
        <a:bodyPr/>
        <a:lstStyle/>
        <a:p>
          <a:endParaRPr lang="en-US"/>
        </a:p>
      </dgm:t>
    </dgm:pt>
    <dgm:pt modelId="{6F7F20CB-0352-4C1F-A49C-63756BF95911}" type="sibTrans" cxnId="{616E7633-9FEE-4BFB-9F09-91606E1C3B87}">
      <dgm:prSet/>
      <dgm:spPr/>
      <dgm:t>
        <a:bodyPr/>
        <a:lstStyle/>
        <a:p>
          <a:endParaRPr lang="en-US"/>
        </a:p>
      </dgm:t>
    </dgm:pt>
    <dgm:pt modelId="{099CE2B3-2872-45DD-88A8-422DFF0A21ED}" type="pres">
      <dgm:prSet presAssocID="{CAFD6ABA-25F4-46AC-8C2D-0E9B681280B0}" presName="linear" presStyleCnt="0">
        <dgm:presLayoutVars>
          <dgm:animLvl val="lvl"/>
          <dgm:resizeHandles val="exact"/>
        </dgm:presLayoutVars>
      </dgm:prSet>
      <dgm:spPr/>
    </dgm:pt>
    <dgm:pt modelId="{8C34B179-CF01-4F87-BACC-ECDE098085B6}" type="pres">
      <dgm:prSet presAssocID="{0A1C4920-E5FE-43E6-8328-1F8EF79115D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2FEDE2D-F334-4FE6-B16B-1E45C5171679}" type="presOf" srcId="{0A1C4920-E5FE-43E6-8328-1F8EF79115DB}" destId="{8C34B179-CF01-4F87-BACC-ECDE098085B6}" srcOrd="0" destOrd="0" presId="urn:microsoft.com/office/officeart/2005/8/layout/vList2"/>
    <dgm:cxn modelId="{616E7633-9FEE-4BFB-9F09-91606E1C3B87}" srcId="{CAFD6ABA-25F4-46AC-8C2D-0E9B681280B0}" destId="{0A1C4920-E5FE-43E6-8328-1F8EF79115DB}" srcOrd="0" destOrd="0" parTransId="{BC3BA53E-AE88-42E8-B320-82A2E296E0C1}" sibTransId="{6F7F20CB-0352-4C1F-A49C-63756BF95911}"/>
    <dgm:cxn modelId="{EE39D3C3-4689-4349-ACC3-5658331C1E5F}" type="presOf" srcId="{CAFD6ABA-25F4-46AC-8C2D-0E9B681280B0}" destId="{099CE2B3-2872-45DD-88A8-422DFF0A21ED}" srcOrd="0" destOrd="0" presId="urn:microsoft.com/office/officeart/2005/8/layout/vList2"/>
    <dgm:cxn modelId="{C013D14E-593F-43C9-8572-4EC3C689B703}" type="presParOf" srcId="{099CE2B3-2872-45DD-88A8-422DFF0A21ED}" destId="{8C34B179-CF01-4F87-BACC-ECDE098085B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1061900-F9CD-4568-BB76-931DD5229F3E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7766E1D-8282-4851-A2A4-0D11D42823B2}">
      <dgm:prSet custT="1"/>
      <dgm:spPr/>
      <dgm:t>
        <a:bodyPr/>
        <a:lstStyle/>
        <a:p>
          <a:pPr algn="ctr"/>
          <a:r>
            <a:rPr lang="en-US" sz="3200" dirty="0"/>
            <a:t>Difference Between Tally ERP 9 &amp; Tally Prime</a:t>
          </a:r>
        </a:p>
      </dgm:t>
    </dgm:pt>
    <dgm:pt modelId="{941EF97E-883C-43DC-98C1-1D16B5998F90}" type="parTrans" cxnId="{209207BD-9EF1-4CE2-A69B-9C44E0BC28E5}">
      <dgm:prSet/>
      <dgm:spPr/>
      <dgm:t>
        <a:bodyPr/>
        <a:lstStyle/>
        <a:p>
          <a:endParaRPr lang="en-US" sz="1600"/>
        </a:p>
      </dgm:t>
    </dgm:pt>
    <dgm:pt modelId="{B4D31496-AFC0-499B-97CD-E880E2915DE5}" type="sibTrans" cxnId="{209207BD-9EF1-4CE2-A69B-9C44E0BC28E5}">
      <dgm:prSet/>
      <dgm:spPr/>
      <dgm:t>
        <a:bodyPr/>
        <a:lstStyle/>
        <a:p>
          <a:endParaRPr lang="en-US" sz="1600"/>
        </a:p>
      </dgm:t>
    </dgm:pt>
    <dgm:pt modelId="{1E2EE4D3-31B9-43ED-8B4D-94FC22ED3359}" type="pres">
      <dgm:prSet presAssocID="{21061900-F9CD-4568-BB76-931DD5229F3E}" presName="linear" presStyleCnt="0">
        <dgm:presLayoutVars>
          <dgm:animLvl val="lvl"/>
          <dgm:resizeHandles val="exact"/>
        </dgm:presLayoutVars>
      </dgm:prSet>
      <dgm:spPr/>
    </dgm:pt>
    <dgm:pt modelId="{51F4C431-F44A-466C-9374-A485A9CF8DB0}" type="pres">
      <dgm:prSet presAssocID="{E7766E1D-8282-4851-A2A4-0D11D42823B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1406A02-00A0-443F-B318-3879AF7C82FA}" type="presOf" srcId="{E7766E1D-8282-4851-A2A4-0D11D42823B2}" destId="{51F4C431-F44A-466C-9374-A485A9CF8DB0}" srcOrd="0" destOrd="0" presId="urn:microsoft.com/office/officeart/2005/8/layout/vList2"/>
    <dgm:cxn modelId="{4F0EEE49-BAB3-4CDE-9507-123E2CCC03F9}" type="presOf" srcId="{21061900-F9CD-4568-BB76-931DD5229F3E}" destId="{1E2EE4D3-31B9-43ED-8B4D-94FC22ED3359}" srcOrd="0" destOrd="0" presId="urn:microsoft.com/office/officeart/2005/8/layout/vList2"/>
    <dgm:cxn modelId="{209207BD-9EF1-4CE2-A69B-9C44E0BC28E5}" srcId="{21061900-F9CD-4568-BB76-931DD5229F3E}" destId="{E7766E1D-8282-4851-A2A4-0D11D42823B2}" srcOrd="0" destOrd="0" parTransId="{941EF97E-883C-43DC-98C1-1D16B5998F90}" sibTransId="{B4D31496-AFC0-499B-97CD-E880E2915DE5}"/>
    <dgm:cxn modelId="{D714B47C-BAE3-4A3E-B526-C404E7004F4B}" type="presParOf" srcId="{1E2EE4D3-31B9-43ED-8B4D-94FC22ED3359}" destId="{51F4C431-F44A-466C-9374-A485A9CF8DB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078D358-A180-4BFE-8035-DA422AA01153}" type="doc">
      <dgm:prSet loTypeId="urn:microsoft.com/office/officeart/2005/8/layout/vList2" loCatId="list" qsTypeId="urn:microsoft.com/office/officeart/2005/8/quickstyle/3d1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60040D5-AA32-4A14-8C15-E5D87799F7CE}">
      <dgm:prSet/>
      <dgm:spPr/>
      <dgm:t>
        <a:bodyPr/>
        <a:lstStyle/>
        <a:p>
          <a:pPr algn="ctr"/>
          <a:r>
            <a:rPr lang="en-US"/>
            <a:t>Features of Tally</a:t>
          </a:r>
        </a:p>
      </dgm:t>
    </dgm:pt>
    <dgm:pt modelId="{A0619990-4C94-4301-9C31-646707137D5A}" type="parTrans" cxnId="{4D8CBFC6-E8E2-4813-96D8-49324D06C146}">
      <dgm:prSet/>
      <dgm:spPr/>
      <dgm:t>
        <a:bodyPr/>
        <a:lstStyle/>
        <a:p>
          <a:endParaRPr lang="en-US"/>
        </a:p>
      </dgm:t>
    </dgm:pt>
    <dgm:pt modelId="{3F3AB14D-181D-4E35-BB35-FA3450144BE5}" type="sibTrans" cxnId="{4D8CBFC6-E8E2-4813-96D8-49324D06C146}">
      <dgm:prSet/>
      <dgm:spPr/>
      <dgm:t>
        <a:bodyPr/>
        <a:lstStyle/>
        <a:p>
          <a:endParaRPr lang="en-US"/>
        </a:p>
      </dgm:t>
    </dgm:pt>
    <dgm:pt modelId="{A39ACBEB-1DB0-4450-BE23-7DF1AF4D7B70}" type="pres">
      <dgm:prSet presAssocID="{F078D358-A180-4BFE-8035-DA422AA01153}" presName="linear" presStyleCnt="0">
        <dgm:presLayoutVars>
          <dgm:animLvl val="lvl"/>
          <dgm:resizeHandles val="exact"/>
        </dgm:presLayoutVars>
      </dgm:prSet>
      <dgm:spPr/>
    </dgm:pt>
    <dgm:pt modelId="{60AEE03C-EEEA-421F-9BCF-CCB161606864}" type="pres">
      <dgm:prSet presAssocID="{F60040D5-AA32-4A14-8C15-E5D87799F7C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F38545F-1A7A-4DAA-8772-69B73D1AB666}" type="presOf" srcId="{F078D358-A180-4BFE-8035-DA422AA01153}" destId="{A39ACBEB-1DB0-4450-BE23-7DF1AF4D7B70}" srcOrd="0" destOrd="0" presId="urn:microsoft.com/office/officeart/2005/8/layout/vList2"/>
    <dgm:cxn modelId="{4D8CBFC6-E8E2-4813-96D8-49324D06C146}" srcId="{F078D358-A180-4BFE-8035-DA422AA01153}" destId="{F60040D5-AA32-4A14-8C15-E5D87799F7CE}" srcOrd="0" destOrd="0" parTransId="{A0619990-4C94-4301-9C31-646707137D5A}" sibTransId="{3F3AB14D-181D-4E35-BB35-FA3450144BE5}"/>
    <dgm:cxn modelId="{807ACBDC-B0E5-4A9E-A396-04ED0AF5E5F9}" type="presOf" srcId="{F60040D5-AA32-4A14-8C15-E5D87799F7CE}" destId="{60AEE03C-EEEA-421F-9BCF-CCB161606864}" srcOrd="0" destOrd="0" presId="urn:microsoft.com/office/officeart/2005/8/layout/vList2"/>
    <dgm:cxn modelId="{AC627C60-C4D3-4DA6-A122-52E683A35BE3}" type="presParOf" srcId="{A39ACBEB-1DB0-4450-BE23-7DF1AF4D7B70}" destId="{60AEE03C-EEEA-421F-9BCF-CCB16160686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02609B6-A799-4AD2-A9C0-6DCEA1543F96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38BF7B1-BFD7-4F87-9DEC-5DEC1D1ABEBC}">
      <dgm:prSet custT="1"/>
      <dgm:spPr/>
      <dgm:t>
        <a:bodyPr/>
        <a:lstStyle/>
        <a:p>
          <a:pPr algn="ctr"/>
          <a:r>
            <a:rPr lang="en-US" sz="5400" dirty="0"/>
            <a:t>Advantages</a:t>
          </a:r>
          <a:r>
            <a:rPr lang="en-US" sz="6000" dirty="0"/>
            <a:t> of Tally</a:t>
          </a:r>
        </a:p>
      </dgm:t>
    </dgm:pt>
    <dgm:pt modelId="{69684F6F-AE14-4B7E-8B81-F88E9C37600C}" type="parTrans" cxnId="{F2614E91-18DB-4ECF-9084-F5E59B0A40BB}">
      <dgm:prSet/>
      <dgm:spPr/>
      <dgm:t>
        <a:bodyPr/>
        <a:lstStyle/>
        <a:p>
          <a:endParaRPr lang="en-US" sz="1800"/>
        </a:p>
      </dgm:t>
    </dgm:pt>
    <dgm:pt modelId="{1E9BDF8E-E856-4D7D-AD4C-D80B40A1296C}" type="sibTrans" cxnId="{F2614E91-18DB-4ECF-9084-F5E59B0A40BB}">
      <dgm:prSet/>
      <dgm:spPr/>
      <dgm:t>
        <a:bodyPr/>
        <a:lstStyle/>
        <a:p>
          <a:endParaRPr lang="en-US" sz="1800"/>
        </a:p>
      </dgm:t>
    </dgm:pt>
    <dgm:pt modelId="{93201F0A-368E-4D33-A530-827C4691BF35}" type="pres">
      <dgm:prSet presAssocID="{602609B6-A799-4AD2-A9C0-6DCEA1543F96}" presName="linear" presStyleCnt="0">
        <dgm:presLayoutVars>
          <dgm:animLvl val="lvl"/>
          <dgm:resizeHandles val="exact"/>
        </dgm:presLayoutVars>
      </dgm:prSet>
      <dgm:spPr/>
    </dgm:pt>
    <dgm:pt modelId="{3A1D4336-2474-4A13-ADC8-4B4A15860DC5}" type="pres">
      <dgm:prSet presAssocID="{F38BF7B1-BFD7-4F87-9DEC-5DEC1D1ABE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C76102E-DB73-4153-905D-4A3E6CA63C53}" type="presOf" srcId="{F38BF7B1-BFD7-4F87-9DEC-5DEC1D1ABEBC}" destId="{3A1D4336-2474-4A13-ADC8-4B4A15860DC5}" srcOrd="0" destOrd="0" presId="urn:microsoft.com/office/officeart/2005/8/layout/vList2"/>
    <dgm:cxn modelId="{7E6E1B57-0365-41C5-B1FC-315C2CC3DED2}" type="presOf" srcId="{602609B6-A799-4AD2-A9C0-6DCEA1543F96}" destId="{93201F0A-368E-4D33-A530-827C4691BF35}" srcOrd="0" destOrd="0" presId="urn:microsoft.com/office/officeart/2005/8/layout/vList2"/>
    <dgm:cxn modelId="{F2614E91-18DB-4ECF-9084-F5E59B0A40BB}" srcId="{602609B6-A799-4AD2-A9C0-6DCEA1543F96}" destId="{F38BF7B1-BFD7-4F87-9DEC-5DEC1D1ABEBC}" srcOrd="0" destOrd="0" parTransId="{69684F6F-AE14-4B7E-8B81-F88E9C37600C}" sibTransId="{1E9BDF8E-E856-4D7D-AD4C-D80B40A1296C}"/>
    <dgm:cxn modelId="{92FFA58B-17FA-46DE-9A34-0DEAC43765BC}" type="presParOf" srcId="{93201F0A-368E-4D33-A530-827C4691BF35}" destId="{3A1D4336-2474-4A13-ADC8-4B4A15860D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C8C15C8-D9D0-4945-BDD0-B9D998B0DD79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97EC11C-B433-410F-8D35-5A681DBB66D6}">
      <dgm:prSet/>
      <dgm:spPr/>
      <dgm:t>
        <a:bodyPr/>
        <a:lstStyle/>
        <a:p>
          <a:pPr algn="ctr"/>
          <a:r>
            <a:rPr lang="en-US"/>
            <a:t>Where is Tally Used?</a:t>
          </a:r>
        </a:p>
      </dgm:t>
    </dgm:pt>
    <dgm:pt modelId="{AD7457F4-F549-4633-9CF5-EBB3BFDD73E0}" type="parTrans" cxnId="{04741383-17F3-45D6-9C96-938BDE04E232}">
      <dgm:prSet/>
      <dgm:spPr/>
      <dgm:t>
        <a:bodyPr/>
        <a:lstStyle/>
        <a:p>
          <a:endParaRPr lang="en-US"/>
        </a:p>
      </dgm:t>
    </dgm:pt>
    <dgm:pt modelId="{C2A149D8-7170-454F-81BC-F5ACFC39D1F5}" type="sibTrans" cxnId="{04741383-17F3-45D6-9C96-938BDE04E232}">
      <dgm:prSet/>
      <dgm:spPr/>
      <dgm:t>
        <a:bodyPr/>
        <a:lstStyle/>
        <a:p>
          <a:endParaRPr lang="en-US"/>
        </a:p>
      </dgm:t>
    </dgm:pt>
    <dgm:pt modelId="{34CC8B65-E140-4E54-AF85-A8BF1E65AC9F}" type="pres">
      <dgm:prSet presAssocID="{EC8C15C8-D9D0-4945-BDD0-B9D998B0DD79}" presName="linear" presStyleCnt="0">
        <dgm:presLayoutVars>
          <dgm:animLvl val="lvl"/>
          <dgm:resizeHandles val="exact"/>
        </dgm:presLayoutVars>
      </dgm:prSet>
      <dgm:spPr/>
    </dgm:pt>
    <dgm:pt modelId="{9A69E736-1C25-481D-BA06-BE6E68B92B41}" type="pres">
      <dgm:prSet presAssocID="{497EC11C-B433-410F-8D35-5A681DBB66D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D4F9A6B-EF2C-442B-B684-C12EFD36E70B}" type="presOf" srcId="{497EC11C-B433-410F-8D35-5A681DBB66D6}" destId="{9A69E736-1C25-481D-BA06-BE6E68B92B41}" srcOrd="0" destOrd="0" presId="urn:microsoft.com/office/officeart/2005/8/layout/vList2"/>
    <dgm:cxn modelId="{2E1DCB6E-C198-41AD-8E95-15B8705A8798}" type="presOf" srcId="{EC8C15C8-D9D0-4945-BDD0-B9D998B0DD79}" destId="{34CC8B65-E140-4E54-AF85-A8BF1E65AC9F}" srcOrd="0" destOrd="0" presId="urn:microsoft.com/office/officeart/2005/8/layout/vList2"/>
    <dgm:cxn modelId="{04741383-17F3-45D6-9C96-938BDE04E232}" srcId="{EC8C15C8-D9D0-4945-BDD0-B9D998B0DD79}" destId="{497EC11C-B433-410F-8D35-5A681DBB66D6}" srcOrd="0" destOrd="0" parTransId="{AD7457F4-F549-4633-9CF5-EBB3BFDD73E0}" sibTransId="{C2A149D8-7170-454F-81BC-F5ACFC39D1F5}"/>
    <dgm:cxn modelId="{A610CDFF-44F1-427D-9144-01144CD842E4}" type="presParOf" srcId="{34CC8B65-E140-4E54-AF85-A8BF1E65AC9F}" destId="{9A69E736-1C25-481D-BA06-BE6E68B92B4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51B6F39-9500-405A-A2D9-8968C9C59127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88CF8BFD-FDCB-48D5-86AE-314807AE17CC}">
      <dgm:prSet/>
      <dgm:spPr/>
      <dgm:t>
        <a:bodyPr/>
        <a:lstStyle/>
        <a:p>
          <a:r>
            <a:rPr lang="en-US"/>
            <a:t>Small shops</a:t>
          </a:r>
        </a:p>
      </dgm:t>
    </dgm:pt>
    <dgm:pt modelId="{F2FD233C-A50B-476F-967D-3E820FA2EECC}" type="parTrans" cxnId="{1D0C3E2E-7F22-4108-8D28-6C4CB06B2C91}">
      <dgm:prSet/>
      <dgm:spPr/>
      <dgm:t>
        <a:bodyPr/>
        <a:lstStyle/>
        <a:p>
          <a:endParaRPr lang="en-US"/>
        </a:p>
      </dgm:t>
    </dgm:pt>
    <dgm:pt modelId="{F5F1930C-24A3-4153-A6E7-3122C9D31A51}" type="sibTrans" cxnId="{1D0C3E2E-7F22-4108-8D28-6C4CB06B2C91}">
      <dgm:prSet/>
      <dgm:spPr/>
      <dgm:t>
        <a:bodyPr/>
        <a:lstStyle/>
        <a:p>
          <a:endParaRPr lang="en-US"/>
        </a:p>
      </dgm:t>
    </dgm:pt>
    <dgm:pt modelId="{BF1DD81E-9169-4DB1-BE5A-BABB688B6F60}">
      <dgm:prSet/>
      <dgm:spPr/>
      <dgm:t>
        <a:bodyPr/>
        <a:lstStyle/>
        <a:p>
          <a:r>
            <a:rPr lang="en-US"/>
            <a:t>Trading businesses</a:t>
          </a:r>
        </a:p>
      </dgm:t>
    </dgm:pt>
    <dgm:pt modelId="{D4E54474-0BD1-4562-9B85-8E196D041B84}" type="parTrans" cxnId="{26F61673-2CF1-4C44-82CC-A80430C2F5DD}">
      <dgm:prSet/>
      <dgm:spPr/>
      <dgm:t>
        <a:bodyPr/>
        <a:lstStyle/>
        <a:p>
          <a:endParaRPr lang="en-US"/>
        </a:p>
      </dgm:t>
    </dgm:pt>
    <dgm:pt modelId="{EBC2C4E4-92D8-44E6-9B91-FEC3DC338D92}" type="sibTrans" cxnId="{26F61673-2CF1-4C44-82CC-A80430C2F5DD}">
      <dgm:prSet/>
      <dgm:spPr/>
      <dgm:t>
        <a:bodyPr/>
        <a:lstStyle/>
        <a:p>
          <a:endParaRPr lang="en-US"/>
        </a:p>
      </dgm:t>
    </dgm:pt>
    <dgm:pt modelId="{E8448C39-4FC9-4916-8E4B-B561F7FC579A}">
      <dgm:prSet/>
      <dgm:spPr/>
      <dgm:t>
        <a:bodyPr/>
        <a:lstStyle/>
        <a:p>
          <a:r>
            <a:rPr lang="en-US"/>
            <a:t>Manufacturing companies</a:t>
          </a:r>
        </a:p>
      </dgm:t>
    </dgm:pt>
    <dgm:pt modelId="{0FAD4949-519B-4310-81B9-0F79F8FD9EA2}" type="parTrans" cxnId="{D276A6AE-CE12-484A-9D63-EA0E5F63558C}">
      <dgm:prSet/>
      <dgm:spPr/>
      <dgm:t>
        <a:bodyPr/>
        <a:lstStyle/>
        <a:p>
          <a:endParaRPr lang="en-US"/>
        </a:p>
      </dgm:t>
    </dgm:pt>
    <dgm:pt modelId="{85ADCEC6-2FC7-46E9-A2CA-0ED4FFAB27AE}" type="sibTrans" cxnId="{D276A6AE-CE12-484A-9D63-EA0E5F63558C}">
      <dgm:prSet/>
      <dgm:spPr/>
      <dgm:t>
        <a:bodyPr/>
        <a:lstStyle/>
        <a:p>
          <a:endParaRPr lang="en-US"/>
        </a:p>
      </dgm:t>
    </dgm:pt>
    <dgm:pt modelId="{6258B508-90E3-4DC6-BC50-226C63339C51}">
      <dgm:prSet/>
      <dgm:spPr/>
      <dgm:t>
        <a:bodyPr/>
        <a:lstStyle/>
        <a:p>
          <a:r>
            <a:rPr lang="en-US"/>
            <a:t>Service-based companies</a:t>
          </a:r>
        </a:p>
      </dgm:t>
    </dgm:pt>
    <dgm:pt modelId="{3ED22667-65E4-4B78-894A-1A2C46C39873}" type="parTrans" cxnId="{5D22F861-8D93-4C6A-BE99-6A2951A73C15}">
      <dgm:prSet/>
      <dgm:spPr/>
      <dgm:t>
        <a:bodyPr/>
        <a:lstStyle/>
        <a:p>
          <a:endParaRPr lang="en-US"/>
        </a:p>
      </dgm:t>
    </dgm:pt>
    <dgm:pt modelId="{244DF67A-CF43-4C69-873F-5792A52A4BD6}" type="sibTrans" cxnId="{5D22F861-8D93-4C6A-BE99-6A2951A73C15}">
      <dgm:prSet/>
      <dgm:spPr/>
      <dgm:t>
        <a:bodyPr/>
        <a:lstStyle/>
        <a:p>
          <a:endParaRPr lang="en-US"/>
        </a:p>
      </dgm:t>
    </dgm:pt>
    <dgm:pt modelId="{E55DC960-5774-4734-927E-658B66481A37}" type="pres">
      <dgm:prSet presAssocID="{551B6F39-9500-405A-A2D9-8968C9C59127}" presName="linear" presStyleCnt="0">
        <dgm:presLayoutVars>
          <dgm:animLvl val="lvl"/>
          <dgm:resizeHandles val="exact"/>
        </dgm:presLayoutVars>
      </dgm:prSet>
      <dgm:spPr/>
    </dgm:pt>
    <dgm:pt modelId="{4CA2E876-6EE6-4B6A-9402-0A5CF2560B27}" type="pres">
      <dgm:prSet presAssocID="{88CF8BFD-FDCB-48D5-86AE-314807AE17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AD6F1CD-548E-4D57-9DF6-A842AFAEDD74}" type="pres">
      <dgm:prSet presAssocID="{F5F1930C-24A3-4153-A6E7-3122C9D31A51}" presName="spacer" presStyleCnt="0"/>
      <dgm:spPr/>
    </dgm:pt>
    <dgm:pt modelId="{E4129897-3EE7-4BE9-ABE5-B2EC82B445DF}" type="pres">
      <dgm:prSet presAssocID="{BF1DD81E-9169-4DB1-BE5A-BABB688B6F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218F0C-E691-422C-B2A3-911F73E671DD}" type="pres">
      <dgm:prSet presAssocID="{EBC2C4E4-92D8-44E6-9B91-FEC3DC338D92}" presName="spacer" presStyleCnt="0"/>
      <dgm:spPr/>
    </dgm:pt>
    <dgm:pt modelId="{457EAD4B-A638-4BBA-B59A-3BC2B08A7037}" type="pres">
      <dgm:prSet presAssocID="{E8448C39-4FC9-4916-8E4B-B561F7FC57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C16007-B782-4A21-965A-2B5127DABD53}" type="pres">
      <dgm:prSet presAssocID="{85ADCEC6-2FC7-46E9-A2CA-0ED4FFAB27AE}" presName="spacer" presStyleCnt="0"/>
      <dgm:spPr/>
    </dgm:pt>
    <dgm:pt modelId="{572281BF-280F-4B1D-9946-F08639F2F231}" type="pres">
      <dgm:prSet presAssocID="{6258B508-90E3-4DC6-BC50-226C63339C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0C3E2E-7F22-4108-8D28-6C4CB06B2C91}" srcId="{551B6F39-9500-405A-A2D9-8968C9C59127}" destId="{88CF8BFD-FDCB-48D5-86AE-314807AE17CC}" srcOrd="0" destOrd="0" parTransId="{F2FD233C-A50B-476F-967D-3E820FA2EECC}" sibTransId="{F5F1930C-24A3-4153-A6E7-3122C9D31A51}"/>
    <dgm:cxn modelId="{5D22F861-8D93-4C6A-BE99-6A2951A73C15}" srcId="{551B6F39-9500-405A-A2D9-8968C9C59127}" destId="{6258B508-90E3-4DC6-BC50-226C63339C51}" srcOrd="3" destOrd="0" parTransId="{3ED22667-65E4-4B78-894A-1A2C46C39873}" sibTransId="{244DF67A-CF43-4C69-873F-5792A52A4BD6}"/>
    <dgm:cxn modelId="{163FBA42-31D3-4BE8-96A4-398829E7552B}" type="presOf" srcId="{88CF8BFD-FDCB-48D5-86AE-314807AE17CC}" destId="{4CA2E876-6EE6-4B6A-9402-0A5CF2560B27}" srcOrd="0" destOrd="0" presId="urn:microsoft.com/office/officeart/2005/8/layout/vList2"/>
    <dgm:cxn modelId="{A8340165-C563-4DE0-A2B9-6141914CD724}" type="presOf" srcId="{6258B508-90E3-4DC6-BC50-226C63339C51}" destId="{572281BF-280F-4B1D-9946-F08639F2F231}" srcOrd="0" destOrd="0" presId="urn:microsoft.com/office/officeart/2005/8/layout/vList2"/>
    <dgm:cxn modelId="{26F61673-2CF1-4C44-82CC-A80430C2F5DD}" srcId="{551B6F39-9500-405A-A2D9-8968C9C59127}" destId="{BF1DD81E-9169-4DB1-BE5A-BABB688B6F60}" srcOrd="1" destOrd="0" parTransId="{D4E54474-0BD1-4562-9B85-8E196D041B84}" sibTransId="{EBC2C4E4-92D8-44E6-9B91-FEC3DC338D92}"/>
    <dgm:cxn modelId="{0EF2D180-9747-427E-B9FE-8B8ED75CB404}" type="presOf" srcId="{BF1DD81E-9169-4DB1-BE5A-BABB688B6F60}" destId="{E4129897-3EE7-4BE9-ABE5-B2EC82B445DF}" srcOrd="0" destOrd="0" presId="urn:microsoft.com/office/officeart/2005/8/layout/vList2"/>
    <dgm:cxn modelId="{D276A6AE-CE12-484A-9D63-EA0E5F63558C}" srcId="{551B6F39-9500-405A-A2D9-8968C9C59127}" destId="{E8448C39-4FC9-4916-8E4B-B561F7FC579A}" srcOrd="2" destOrd="0" parTransId="{0FAD4949-519B-4310-81B9-0F79F8FD9EA2}" sibTransId="{85ADCEC6-2FC7-46E9-A2CA-0ED4FFAB27AE}"/>
    <dgm:cxn modelId="{7F769CBB-A0BE-4840-949F-69F421F4AA95}" type="presOf" srcId="{551B6F39-9500-405A-A2D9-8968C9C59127}" destId="{E55DC960-5774-4734-927E-658B66481A37}" srcOrd="0" destOrd="0" presId="urn:microsoft.com/office/officeart/2005/8/layout/vList2"/>
    <dgm:cxn modelId="{5BC24EC1-9155-499D-B173-D9CDAE428F00}" type="presOf" srcId="{E8448C39-4FC9-4916-8E4B-B561F7FC579A}" destId="{457EAD4B-A638-4BBA-B59A-3BC2B08A7037}" srcOrd="0" destOrd="0" presId="urn:microsoft.com/office/officeart/2005/8/layout/vList2"/>
    <dgm:cxn modelId="{A923253D-E4A1-434D-BCA9-45CE0FEEF498}" type="presParOf" srcId="{E55DC960-5774-4734-927E-658B66481A37}" destId="{4CA2E876-6EE6-4B6A-9402-0A5CF2560B27}" srcOrd="0" destOrd="0" presId="urn:microsoft.com/office/officeart/2005/8/layout/vList2"/>
    <dgm:cxn modelId="{9E9541C8-4A3E-42C5-BCBF-8E2D86845993}" type="presParOf" srcId="{E55DC960-5774-4734-927E-658B66481A37}" destId="{5AD6F1CD-548E-4D57-9DF6-A842AFAEDD74}" srcOrd="1" destOrd="0" presId="urn:microsoft.com/office/officeart/2005/8/layout/vList2"/>
    <dgm:cxn modelId="{CC8E21DA-860A-49D3-A137-C99B98B2D876}" type="presParOf" srcId="{E55DC960-5774-4734-927E-658B66481A37}" destId="{E4129897-3EE7-4BE9-ABE5-B2EC82B445DF}" srcOrd="2" destOrd="0" presId="urn:microsoft.com/office/officeart/2005/8/layout/vList2"/>
    <dgm:cxn modelId="{39E99980-6DC3-48C5-B2C7-6A872CF62AB3}" type="presParOf" srcId="{E55DC960-5774-4734-927E-658B66481A37}" destId="{58218F0C-E691-422C-B2A3-911F73E671DD}" srcOrd="3" destOrd="0" presId="urn:microsoft.com/office/officeart/2005/8/layout/vList2"/>
    <dgm:cxn modelId="{45F778C4-410C-454A-9067-4442CC198819}" type="presParOf" srcId="{E55DC960-5774-4734-927E-658B66481A37}" destId="{457EAD4B-A638-4BBA-B59A-3BC2B08A7037}" srcOrd="4" destOrd="0" presId="urn:microsoft.com/office/officeart/2005/8/layout/vList2"/>
    <dgm:cxn modelId="{9F958A9A-8D1B-4E3B-A2C7-2CA624C1613B}" type="presParOf" srcId="{E55DC960-5774-4734-927E-658B66481A37}" destId="{B4C16007-B782-4A21-965A-2B5127DABD53}" srcOrd="5" destOrd="0" presId="urn:microsoft.com/office/officeart/2005/8/layout/vList2"/>
    <dgm:cxn modelId="{879C8027-7B92-4A67-8C00-F27376AE4D2A}" type="presParOf" srcId="{E55DC960-5774-4734-927E-658B66481A37}" destId="{572281BF-280F-4B1D-9946-F08639F2F2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5E8C444-18EE-4FF2-B5BD-742F9371B482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26B650F-1EBA-44F7-BB50-8D45E8C077E8}">
      <dgm:prSet/>
      <dgm:spPr/>
      <dgm:t>
        <a:bodyPr/>
        <a:lstStyle/>
        <a:p>
          <a:pPr algn="ctr"/>
          <a:r>
            <a:rPr lang="en-US"/>
            <a:t>System Requirements</a:t>
          </a:r>
        </a:p>
      </dgm:t>
    </dgm:pt>
    <dgm:pt modelId="{43A5E5F5-153F-4979-A216-636F30BF0919}" type="parTrans" cxnId="{927B4C5A-6C2F-453A-8A85-8893285BBE51}">
      <dgm:prSet/>
      <dgm:spPr/>
      <dgm:t>
        <a:bodyPr/>
        <a:lstStyle/>
        <a:p>
          <a:endParaRPr lang="en-US"/>
        </a:p>
      </dgm:t>
    </dgm:pt>
    <dgm:pt modelId="{6CF874C7-CD0D-4F8A-BB40-0E1CC4331CFC}" type="sibTrans" cxnId="{927B4C5A-6C2F-453A-8A85-8893285BBE51}">
      <dgm:prSet/>
      <dgm:spPr/>
      <dgm:t>
        <a:bodyPr/>
        <a:lstStyle/>
        <a:p>
          <a:endParaRPr lang="en-US"/>
        </a:p>
      </dgm:t>
    </dgm:pt>
    <dgm:pt modelId="{F5513D64-D23F-4AE1-9414-C993EB6BECDD}" type="pres">
      <dgm:prSet presAssocID="{85E8C444-18EE-4FF2-B5BD-742F9371B482}" presName="linear" presStyleCnt="0">
        <dgm:presLayoutVars>
          <dgm:animLvl val="lvl"/>
          <dgm:resizeHandles val="exact"/>
        </dgm:presLayoutVars>
      </dgm:prSet>
      <dgm:spPr/>
    </dgm:pt>
    <dgm:pt modelId="{4663BFD9-DFEE-4303-A4C0-F7D03C4432F3}" type="pres">
      <dgm:prSet presAssocID="{726B650F-1EBA-44F7-BB50-8D45E8C077E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5139503-0F3F-475D-8B65-EA92DEF3706F}" type="presOf" srcId="{85E8C444-18EE-4FF2-B5BD-742F9371B482}" destId="{F5513D64-D23F-4AE1-9414-C993EB6BECDD}" srcOrd="0" destOrd="0" presId="urn:microsoft.com/office/officeart/2005/8/layout/vList2"/>
    <dgm:cxn modelId="{927B4C5A-6C2F-453A-8A85-8893285BBE51}" srcId="{85E8C444-18EE-4FF2-B5BD-742F9371B482}" destId="{726B650F-1EBA-44F7-BB50-8D45E8C077E8}" srcOrd="0" destOrd="0" parTransId="{43A5E5F5-153F-4979-A216-636F30BF0919}" sibTransId="{6CF874C7-CD0D-4F8A-BB40-0E1CC4331CFC}"/>
    <dgm:cxn modelId="{F57D63F2-2769-4ECB-ADB2-07EF00BBB6C2}" type="presOf" srcId="{726B650F-1EBA-44F7-BB50-8D45E8C077E8}" destId="{4663BFD9-DFEE-4303-A4C0-F7D03C4432F3}" srcOrd="0" destOrd="0" presId="urn:microsoft.com/office/officeart/2005/8/layout/vList2"/>
    <dgm:cxn modelId="{6E04636E-CF3F-42A2-8B62-3ABB1485D4AA}" type="presParOf" srcId="{F5513D64-D23F-4AE1-9414-C993EB6BECDD}" destId="{4663BFD9-DFEE-4303-A4C0-F7D03C4432F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FE1D182-936D-4A2F-A248-1C9472361C89}" type="doc">
      <dgm:prSet loTypeId="urn:microsoft.com/office/officeart/2005/8/layout/vList2" loCatId="list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B8517EC8-2BF7-4C2D-A217-EF82C6CF92FE}">
      <dgm:prSet/>
      <dgm:spPr/>
      <dgm:t>
        <a:bodyPr/>
        <a:lstStyle/>
        <a:p>
          <a:r>
            <a:rPr lang="en-US" dirty="0"/>
            <a:t>Windows operating system</a:t>
          </a:r>
        </a:p>
      </dgm:t>
    </dgm:pt>
    <dgm:pt modelId="{8EF4C4BD-F66D-4EC4-AA1C-413537A0CD1D}" type="parTrans" cxnId="{C0390088-0DC0-43F9-A98A-630D3FCED622}">
      <dgm:prSet/>
      <dgm:spPr/>
      <dgm:t>
        <a:bodyPr/>
        <a:lstStyle/>
        <a:p>
          <a:endParaRPr lang="en-US"/>
        </a:p>
      </dgm:t>
    </dgm:pt>
    <dgm:pt modelId="{78A8A4AF-261F-42C5-AFB9-20F73A00EA00}" type="sibTrans" cxnId="{C0390088-0DC0-43F9-A98A-630D3FCED622}">
      <dgm:prSet/>
      <dgm:spPr/>
      <dgm:t>
        <a:bodyPr/>
        <a:lstStyle/>
        <a:p>
          <a:endParaRPr lang="en-US"/>
        </a:p>
      </dgm:t>
    </dgm:pt>
    <dgm:pt modelId="{A72A5369-861C-4017-A98C-0E5259144883}">
      <dgm:prSet/>
      <dgm:spPr/>
      <dgm:t>
        <a:bodyPr/>
        <a:lstStyle/>
        <a:p>
          <a:r>
            <a:rPr lang="en-US"/>
            <a:t>Minimum 2 GB RAM</a:t>
          </a:r>
        </a:p>
      </dgm:t>
    </dgm:pt>
    <dgm:pt modelId="{AD77789F-AC28-41F9-9747-8E350F608C1C}" type="parTrans" cxnId="{13B854D4-1413-4069-940E-4D591E627B09}">
      <dgm:prSet/>
      <dgm:spPr/>
      <dgm:t>
        <a:bodyPr/>
        <a:lstStyle/>
        <a:p>
          <a:endParaRPr lang="en-US"/>
        </a:p>
      </dgm:t>
    </dgm:pt>
    <dgm:pt modelId="{3DDDB25C-6FBB-4FC1-B543-F6E30C357325}" type="sibTrans" cxnId="{13B854D4-1413-4069-940E-4D591E627B09}">
      <dgm:prSet/>
      <dgm:spPr/>
      <dgm:t>
        <a:bodyPr/>
        <a:lstStyle/>
        <a:p>
          <a:endParaRPr lang="en-US"/>
        </a:p>
      </dgm:t>
    </dgm:pt>
    <dgm:pt modelId="{27DE6294-8F65-41B3-91BD-33991220768A}">
      <dgm:prSet/>
      <dgm:spPr/>
      <dgm:t>
        <a:bodyPr/>
        <a:lstStyle/>
        <a:p>
          <a:r>
            <a:rPr lang="en-US"/>
            <a:t>Internet connection for activation</a:t>
          </a:r>
        </a:p>
      </dgm:t>
    </dgm:pt>
    <dgm:pt modelId="{CA9B1A05-61EC-46F6-89DC-4B86BDBEFE25}" type="parTrans" cxnId="{6ED32117-FE70-42BD-B343-F3AC2207C2A0}">
      <dgm:prSet/>
      <dgm:spPr/>
      <dgm:t>
        <a:bodyPr/>
        <a:lstStyle/>
        <a:p>
          <a:endParaRPr lang="en-US"/>
        </a:p>
      </dgm:t>
    </dgm:pt>
    <dgm:pt modelId="{363CCBAF-5EE8-4323-B996-63269C48DA7C}" type="sibTrans" cxnId="{6ED32117-FE70-42BD-B343-F3AC2207C2A0}">
      <dgm:prSet/>
      <dgm:spPr/>
      <dgm:t>
        <a:bodyPr/>
        <a:lstStyle/>
        <a:p>
          <a:endParaRPr lang="en-US"/>
        </a:p>
      </dgm:t>
    </dgm:pt>
    <dgm:pt modelId="{D142BCDD-34D3-4FE8-A3ED-2496922A7195}" type="pres">
      <dgm:prSet presAssocID="{CFE1D182-936D-4A2F-A248-1C9472361C89}" presName="linear" presStyleCnt="0">
        <dgm:presLayoutVars>
          <dgm:animLvl val="lvl"/>
          <dgm:resizeHandles val="exact"/>
        </dgm:presLayoutVars>
      </dgm:prSet>
      <dgm:spPr/>
    </dgm:pt>
    <dgm:pt modelId="{D2577B1A-E881-4A3E-BB3C-DC3CD7C8587D}" type="pres">
      <dgm:prSet presAssocID="{B8517EC8-2BF7-4C2D-A217-EF82C6CF92F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4D02A0-6E78-4111-8E2E-24DD338102F1}" type="pres">
      <dgm:prSet presAssocID="{78A8A4AF-261F-42C5-AFB9-20F73A00EA00}" presName="spacer" presStyleCnt="0"/>
      <dgm:spPr/>
    </dgm:pt>
    <dgm:pt modelId="{451E6811-0F53-4D0C-868B-1F6FAD151039}" type="pres">
      <dgm:prSet presAssocID="{A72A5369-861C-4017-A98C-0E525914488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E817B4-A886-4BB6-A333-F3DB1D974576}" type="pres">
      <dgm:prSet presAssocID="{3DDDB25C-6FBB-4FC1-B543-F6E30C357325}" presName="spacer" presStyleCnt="0"/>
      <dgm:spPr/>
    </dgm:pt>
    <dgm:pt modelId="{3951106F-40EE-4C0B-AECD-E09F8722A134}" type="pres">
      <dgm:prSet presAssocID="{27DE6294-8F65-41B3-91BD-3399122076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526F12-4BAA-424A-A68C-60EA90948E86}" type="presOf" srcId="{B8517EC8-2BF7-4C2D-A217-EF82C6CF92FE}" destId="{D2577B1A-E881-4A3E-BB3C-DC3CD7C8587D}" srcOrd="0" destOrd="0" presId="urn:microsoft.com/office/officeart/2005/8/layout/vList2"/>
    <dgm:cxn modelId="{6ED32117-FE70-42BD-B343-F3AC2207C2A0}" srcId="{CFE1D182-936D-4A2F-A248-1C9472361C89}" destId="{27DE6294-8F65-41B3-91BD-33991220768A}" srcOrd="2" destOrd="0" parTransId="{CA9B1A05-61EC-46F6-89DC-4B86BDBEFE25}" sibTransId="{363CCBAF-5EE8-4323-B996-63269C48DA7C}"/>
    <dgm:cxn modelId="{7489EB3C-2C16-4C57-AB1C-6562F38E2C5D}" type="presOf" srcId="{CFE1D182-936D-4A2F-A248-1C9472361C89}" destId="{D142BCDD-34D3-4FE8-A3ED-2496922A7195}" srcOrd="0" destOrd="0" presId="urn:microsoft.com/office/officeart/2005/8/layout/vList2"/>
    <dgm:cxn modelId="{C0390088-0DC0-43F9-A98A-630D3FCED622}" srcId="{CFE1D182-936D-4A2F-A248-1C9472361C89}" destId="{B8517EC8-2BF7-4C2D-A217-EF82C6CF92FE}" srcOrd="0" destOrd="0" parTransId="{8EF4C4BD-F66D-4EC4-AA1C-413537A0CD1D}" sibTransId="{78A8A4AF-261F-42C5-AFB9-20F73A00EA00}"/>
    <dgm:cxn modelId="{13B854D4-1413-4069-940E-4D591E627B09}" srcId="{CFE1D182-936D-4A2F-A248-1C9472361C89}" destId="{A72A5369-861C-4017-A98C-0E5259144883}" srcOrd="1" destOrd="0" parTransId="{AD77789F-AC28-41F9-9747-8E350F608C1C}" sibTransId="{3DDDB25C-6FBB-4FC1-B543-F6E30C357325}"/>
    <dgm:cxn modelId="{61AEC3E5-CD6F-4033-A6A8-01A2EE563FC1}" type="presOf" srcId="{27DE6294-8F65-41B3-91BD-33991220768A}" destId="{3951106F-40EE-4C0B-AECD-E09F8722A134}" srcOrd="0" destOrd="0" presId="urn:microsoft.com/office/officeart/2005/8/layout/vList2"/>
    <dgm:cxn modelId="{FC727CF2-57F6-4661-ADF0-D04E2BBD69C0}" type="presOf" srcId="{A72A5369-861C-4017-A98C-0E5259144883}" destId="{451E6811-0F53-4D0C-868B-1F6FAD151039}" srcOrd="0" destOrd="0" presId="urn:microsoft.com/office/officeart/2005/8/layout/vList2"/>
    <dgm:cxn modelId="{0349B9D8-B29D-4C58-8D88-6523C2DD6D7F}" type="presParOf" srcId="{D142BCDD-34D3-4FE8-A3ED-2496922A7195}" destId="{D2577B1A-E881-4A3E-BB3C-DC3CD7C8587D}" srcOrd="0" destOrd="0" presId="urn:microsoft.com/office/officeart/2005/8/layout/vList2"/>
    <dgm:cxn modelId="{45392F59-4C51-4CF9-B6D2-1C974477851F}" type="presParOf" srcId="{D142BCDD-34D3-4FE8-A3ED-2496922A7195}" destId="{544D02A0-6E78-4111-8E2E-24DD338102F1}" srcOrd="1" destOrd="0" presId="urn:microsoft.com/office/officeart/2005/8/layout/vList2"/>
    <dgm:cxn modelId="{AD3007EA-9E40-42EC-8F66-8E49A400FB94}" type="presParOf" srcId="{D142BCDD-34D3-4FE8-A3ED-2496922A7195}" destId="{451E6811-0F53-4D0C-868B-1F6FAD151039}" srcOrd="2" destOrd="0" presId="urn:microsoft.com/office/officeart/2005/8/layout/vList2"/>
    <dgm:cxn modelId="{0957F616-98E7-4D22-A9BF-D7C857204975}" type="presParOf" srcId="{D142BCDD-34D3-4FE8-A3ED-2496922A7195}" destId="{00E817B4-A886-4BB6-A333-F3DB1D974576}" srcOrd="3" destOrd="0" presId="urn:microsoft.com/office/officeart/2005/8/layout/vList2"/>
    <dgm:cxn modelId="{F0305CE1-DFAB-45F5-B9F2-A6DC64131190}" type="presParOf" srcId="{D142BCDD-34D3-4FE8-A3ED-2496922A7195}" destId="{3951106F-40EE-4C0B-AECD-E09F8722A13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63D0AE9-7E3B-465A-AB5F-1A2A9F191F83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9392055-B9E3-4AAD-91E9-76F5E7E396C2}">
      <dgm:prSet/>
      <dgm:spPr/>
      <dgm:t>
        <a:bodyPr/>
        <a:lstStyle/>
        <a:p>
          <a:pPr algn="ctr"/>
          <a:r>
            <a:rPr lang="en-US" dirty="0"/>
            <a:t>Download Tally – Step by Step</a:t>
          </a:r>
        </a:p>
      </dgm:t>
    </dgm:pt>
    <dgm:pt modelId="{D0F8487C-F7CF-4339-A741-D3FCCB510AD8}" type="parTrans" cxnId="{8A8CF8CB-AEE4-4A45-BEF0-FBA2B723B9B3}">
      <dgm:prSet/>
      <dgm:spPr/>
      <dgm:t>
        <a:bodyPr/>
        <a:lstStyle/>
        <a:p>
          <a:endParaRPr lang="en-US"/>
        </a:p>
      </dgm:t>
    </dgm:pt>
    <dgm:pt modelId="{4201ED4A-25B4-4C29-981E-D66F61E04551}" type="sibTrans" cxnId="{8A8CF8CB-AEE4-4A45-BEF0-FBA2B723B9B3}">
      <dgm:prSet/>
      <dgm:spPr/>
      <dgm:t>
        <a:bodyPr/>
        <a:lstStyle/>
        <a:p>
          <a:endParaRPr lang="en-US"/>
        </a:p>
      </dgm:t>
    </dgm:pt>
    <dgm:pt modelId="{73DE89D1-E578-4707-A6B1-E7EF796FBF3B}" type="pres">
      <dgm:prSet presAssocID="{163D0AE9-7E3B-465A-AB5F-1A2A9F191F83}" presName="linear" presStyleCnt="0">
        <dgm:presLayoutVars>
          <dgm:animLvl val="lvl"/>
          <dgm:resizeHandles val="exact"/>
        </dgm:presLayoutVars>
      </dgm:prSet>
      <dgm:spPr/>
    </dgm:pt>
    <dgm:pt modelId="{AA0D7A1E-ABB8-4D47-9169-BABF644C0146}" type="pres">
      <dgm:prSet presAssocID="{B9392055-B9E3-4AAD-91E9-76F5E7E396C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1811F09-6900-4592-B2E4-BD9323414EAC}" type="presOf" srcId="{B9392055-B9E3-4AAD-91E9-76F5E7E396C2}" destId="{AA0D7A1E-ABB8-4D47-9169-BABF644C0146}" srcOrd="0" destOrd="0" presId="urn:microsoft.com/office/officeart/2005/8/layout/vList2"/>
    <dgm:cxn modelId="{4F0FB887-F7EA-4EB7-8963-F22A54098CEE}" type="presOf" srcId="{163D0AE9-7E3B-465A-AB5F-1A2A9F191F83}" destId="{73DE89D1-E578-4707-A6B1-E7EF796FBF3B}" srcOrd="0" destOrd="0" presId="urn:microsoft.com/office/officeart/2005/8/layout/vList2"/>
    <dgm:cxn modelId="{8A8CF8CB-AEE4-4A45-BEF0-FBA2B723B9B3}" srcId="{163D0AE9-7E3B-465A-AB5F-1A2A9F191F83}" destId="{B9392055-B9E3-4AAD-91E9-76F5E7E396C2}" srcOrd="0" destOrd="0" parTransId="{D0F8487C-F7CF-4339-A741-D3FCCB510AD8}" sibTransId="{4201ED4A-25B4-4C29-981E-D66F61E04551}"/>
    <dgm:cxn modelId="{ACC1D878-FF56-4A92-93A8-0EF05AF9F17D}" type="presParOf" srcId="{73DE89D1-E578-4707-A6B1-E7EF796FBF3B}" destId="{AA0D7A1E-ABB8-4D47-9169-BABF644C014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B767CEE-126D-486F-A62B-FA95DE265467}" type="doc">
      <dgm:prSet loTypeId="urn:microsoft.com/office/officeart/2008/layout/VerticalCurvedList" loCatId="list" qsTypeId="urn:microsoft.com/office/officeart/2005/8/quickstyle/simple5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9D465F73-2544-4C54-9ACB-2FA1DB761601}">
      <dgm:prSet/>
      <dgm:spPr/>
      <dgm:t>
        <a:bodyPr/>
        <a:lstStyle/>
        <a:p>
          <a:r>
            <a:rPr lang="en-US"/>
            <a:t>Open any web browser.</a:t>
          </a:r>
        </a:p>
      </dgm:t>
    </dgm:pt>
    <dgm:pt modelId="{0D75ED3D-6F48-46F0-B078-17BFAE44944A}" type="parTrans" cxnId="{5F1B609B-688D-4FE3-A2CC-7EC23900EEA2}">
      <dgm:prSet/>
      <dgm:spPr/>
      <dgm:t>
        <a:bodyPr/>
        <a:lstStyle/>
        <a:p>
          <a:endParaRPr lang="en-US"/>
        </a:p>
      </dgm:t>
    </dgm:pt>
    <dgm:pt modelId="{AB64F34C-7BC6-4D7A-B29C-D478949ED848}" type="sibTrans" cxnId="{5F1B609B-688D-4FE3-A2CC-7EC23900EEA2}">
      <dgm:prSet/>
      <dgm:spPr/>
      <dgm:t>
        <a:bodyPr/>
        <a:lstStyle/>
        <a:p>
          <a:endParaRPr lang="en-US"/>
        </a:p>
      </dgm:t>
    </dgm:pt>
    <dgm:pt modelId="{AAFACD63-352C-48B4-B018-8FD59ECB6601}">
      <dgm:prSet/>
      <dgm:spPr/>
      <dgm:t>
        <a:bodyPr/>
        <a:lstStyle/>
        <a:p>
          <a:r>
            <a:rPr lang="en-US"/>
            <a:t>Go to www.tallysolutions.com</a:t>
          </a:r>
        </a:p>
      </dgm:t>
    </dgm:pt>
    <dgm:pt modelId="{EC1CF126-34CB-4631-859D-6CF323591545}" type="parTrans" cxnId="{41983593-AFE3-4138-A007-B6ACF09ADEC5}">
      <dgm:prSet/>
      <dgm:spPr/>
      <dgm:t>
        <a:bodyPr/>
        <a:lstStyle/>
        <a:p>
          <a:endParaRPr lang="en-US"/>
        </a:p>
      </dgm:t>
    </dgm:pt>
    <dgm:pt modelId="{87825BD2-AAE1-4414-ADEA-4C8335BCFAAD}" type="sibTrans" cxnId="{41983593-AFE3-4138-A007-B6ACF09ADEC5}">
      <dgm:prSet/>
      <dgm:spPr/>
      <dgm:t>
        <a:bodyPr/>
        <a:lstStyle/>
        <a:p>
          <a:endParaRPr lang="en-US"/>
        </a:p>
      </dgm:t>
    </dgm:pt>
    <dgm:pt modelId="{8F690F0D-05A2-48AB-A343-FE9BCDAE16CD}">
      <dgm:prSet/>
      <dgm:spPr/>
      <dgm:t>
        <a:bodyPr/>
        <a:lstStyle/>
        <a:p>
          <a:r>
            <a:rPr lang="en-US"/>
            <a:t>Click on Download Tally Prime.</a:t>
          </a:r>
        </a:p>
      </dgm:t>
    </dgm:pt>
    <dgm:pt modelId="{37435DBC-7D93-4E47-8839-C33E97BFD837}" type="parTrans" cxnId="{BFE468E0-19C8-4D00-8ACC-24098632EFE8}">
      <dgm:prSet/>
      <dgm:spPr/>
      <dgm:t>
        <a:bodyPr/>
        <a:lstStyle/>
        <a:p>
          <a:endParaRPr lang="en-US"/>
        </a:p>
      </dgm:t>
    </dgm:pt>
    <dgm:pt modelId="{E3177D32-EE7D-4B92-BE18-142F28AA82E1}" type="sibTrans" cxnId="{BFE468E0-19C8-4D00-8ACC-24098632EFE8}">
      <dgm:prSet/>
      <dgm:spPr/>
      <dgm:t>
        <a:bodyPr/>
        <a:lstStyle/>
        <a:p>
          <a:endParaRPr lang="en-US"/>
        </a:p>
      </dgm:t>
    </dgm:pt>
    <dgm:pt modelId="{C9968A5E-CCD5-4582-B0AB-AE2C3DE7C2DA}">
      <dgm:prSet/>
      <dgm:spPr/>
      <dgm:t>
        <a:bodyPr/>
        <a:lstStyle/>
        <a:p>
          <a:r>
            <a:rPr lang="en-US"/>
            <a:t>Save the setup file.</a:t>
          </a:r>
        </a:p>
      </dgm:t>
    </dgm:pt>
    <dgm:pt modelId="{0091A7DF-DE85-4E4F-9E02-57ADE64AA9EB}" type="parTrans" cxnId="{A348CC50-16F4-4AD7-B156-62F80A2B86DF}">
      <dgm:prSet/>
      <dgm:spPr/>
      <dgm:t>
        <a:bodyPr/>
        <a:lstStyle/>
        <a:p>
          <a:endParaRPr lang="en-US"/>
        </a:p>
      </dgm:t>
    </dgm:pt>
    <dgm:pt modelId="{B1D878B8-281D-404B-9D39-6A5ED51AF35F}" type="sibTrans" cxnId="{A348CC50-16F4-4AD7-B156-62F80A2B86DF}">
      <dgm:prSet/>
      <dgm:spPr/>
      <dgm:t>
        <a:bodyPr/>
        <a:lstStyle/>
        <a:p>
          <a:endParaRPr lang="en-US"/>
        </a:p>
      </dgm:t>
    </dgm:pt>
    <dgm:pt modelId="{8EBE845B-9772-4D68-BD84-E69DA7F27D2E}" type="pres">
      <dgm:prSet presAssocID="{CB767CEE-126D-486F-A62B-FA95DE265467}" presName="Name0" presStyleCnt="0">
        <dgm:presLayoutVars>
          <dgm:chMax val="7"/>
          <dgm:chPref val="7"/>
          <dgm:dir/>
        </dgm:presLayoutVars>
      </dgm:prSet>
      <dgm:spPr/>
    </dgm:pt>
    <dgm:pt modelId="{91697895-943E-4AA6-BA4A-A9FD488C19D2}" type="pres">
      <dgm:prSet presAssocID="{CB767CEE-126D-486F-A62B-FA95DE265467}" presName="Name1" presStyleCnt="0"/>
      <dgm:spPr/>
    </dgm:pt>
    <dgm:pt modelId="{ED002F95-DBF9-4E04-8F81-653FE324F6D4}" type="pres">
      <dgm:prSet presAssocID="{CB767CEE-126D-486F-A62B-FA95DE265467}" presName="cycle" presStyleCnt="0"/>
      <dgm:spPr/>
    </dgm:pt>
    <dgm:pt modelId="{BF442216-EDC8-47D0-9A43-777CE6E8C6DA}" type="pres">
      <dgm:prSet presAssocID="{CB767CEE-126D-486F-A62B-FA95DE265467}" presName="srcNode" presStyleLbl="node1" presStyleIdx="0" presStyleCnt="4"/>
      <dgm:spPr/>
    </dgm:pt>
    <dgm:pt modelId="{AE1F45C5-724B-4318-8E37-8FFEC056CD74}" type="pres">
      <dgm:prSet presAssocID="{CB767CEE-126D-486F-A62B-FA95DE265467}" presName="conn" presStyleLbl="parChTrans1D2" presStyleIdx="0" presStyleCnt="1"/>
      <dgm:spPr/>
    </dgm:pt>
    <dgm:pt modelId="{103723D8-5365-4491-A554-D53B3F53B01D}" type="pres">
      <dgm:prSet presAssocID="{CB767CEE-126D-486F-A62B-FA95DE265467}" presName="extraNode" presStyleLbl="node1" presStyleIdx="0" presStyleCnt="4"/>
      <dgm:spPr/>
    </dgm:pt>
    <dgm:pt modelId="{00119291-47F5-4D04-AF2B-C33F3BF6085D}" type="pres">
      <dgm:prSet presAssocID="{CB767CEE-126D-486F-A62B-FA95DE265467}" presName="dstNode" presStyleLbl="node1" presStyleIdx="0" presStyleCnt="4"/>
      <dgm:spPr/>
    </dgm:pt>
    <dgm:pt modelId="{573A2458-43A9-4429-8B87-FAB8D3B9D7B2}" type="pres">
      <dgm:prSet presAssocID="{9D465F73-2544-4C54-9ACB-2FA1DB761601}" presName="text_1" presStyleLbl="node1" presStyleIdx="0" presStyleCnt="4">
        <dgm:presLayoutVars>
          <dgm:bulletEnabled val="1"/>
        </dgm:presLayoutVars>
      </dgm:prSet>
      <dgm:spPr/>
    </dgm:pt>
    <dgm:pt modelId="{C86BE315-2524-46AD-8081-942A459467FC}" type="pres">
      <dgm:prSet presAssocID="{9D465F73-2544-4C54-9ACB-2FA1DB761601}" presName="accent_1" presStyleCnt="0"/>
      <dgm:spPr/>
    </dgm:pt>
    <dgm:pt modelId="{7AAA7FC7-E45E-441D-9445-9CDC533CBD7D}" type="pres">
      <dgm:prSet presAssocID="{9D465F73-2544-4C54-9ACB-2FA1DB761601}" presName="accentRepeatNode" presStyleLbl="solidFgAcc1" presStyleIdx="0" presStyleCnt="4"/>
      <dgm:spPr/>
    </dgm:pt>
    <dgm:pt modelId="{954E4D2F-B554-456D-8682-B426EFE1337E}" type="pres">
      <dgm:prSet presAssocID="{AAFACD63-352C-48B4-B018-8FD59ECB6601}" presName="text_2" presStyleLbl="node1" presStyleIdx="1" presStyleCnt="4">
        <dgm:presLayoutVars>
          <dgm:bulletEnabled val="1"/>
        </dgm:presLayoutVars>
      </dgm:prSet>
      <dgm:spPr/>
    </dgm:pt>
    <dgm:pt modelId="{4A233A67-44DA-48BE-8EBE-D04A2D1A6269}" type="pres">
      <dgm:prSet presAssocID="{AAFACD63-352C-48B4-B018-8FD59ECB6601}" presName="accent_2" presStyleCnt="0"/>
      <dgm:spPr/>
    </dgm:pt>
    <dgm:pt modelId="{0BAEA991-522B-4868-A763-B79600B14E16}" type="pres">
      <dgm:prSet presAssocID="{AAFACD63-352C-48B4-B018-8FD59ECB6601}" presName="accentRepeatNode" presStyleLbl="solidFgAcc1" presStyleIdx="1" presStyleCnt="4"/>
      <dgm:spPr/>
    </dgm:pt>
    <dgm:pt modelId="{817F1C88-18D2-4534-AA68-0E1E698407BC}" type="pres">
      <dgm:prSet presAssocID="{8F690F0D-05A2-48AB-A343-FE9BCDAE16CD}" presName="text_3" presStyleLbl="node1" presStyleIdx="2" presStyleCnt="4">
        <dgm:presLayoutVars>
          <dgm:bulletEnabled val="1"/>
        </dgm:presLayoutVars>
      </dgm:prSet>
      <dgm:spPr/>
    </dgm:pt>
    <dgm:pt modelId="{A2E85477-0B27-428B-A9D2-A0AE0BA39B92}" type="pres">
      <dgm:prSet presAssocID="{8F690F0D-05A2-48AB-A343-FE9BCDAE16CD}" presName="accent_3" presStyleCnt="0"/>
      <dgm:spPr/>
    </dgm:pt>
    <dgm:pt modelId="{734B39FC-E23A-4340-BD14-0E34B8790CA1}" type="pres">
      <dgm:prSet presAssocID="{8F690F0D-05A2-48AB-A343-FE9BCDAE16CD}" presName="accentRepeatNode" presStyleLbl="solidFgAcc1" presStyleIdx="2" presStyleCnt="4"/>
      <dgm:spPr/>
    </dgm:pt>
    <dgm:pt modelId="{447DB2E0-BD1C-49B0-8B6C-1765A640E7F8}" type="pres">
      <dgm:prSet presAssocID="{C9968A5E-CCD5-4582-B0AB-AE2C3DE7C2DA}" presName="text_4" presStyleLbl="node1" presStyleIdx="3" presStyleCnt="4">
        <dgm:presLayoutVars>
          <dgm:bulletEnabled val="1"/>
        </dgm:presLayoutVars>
      </dgm:prSet>
      <dgm:spPr/>
    </dgm:pt>
    <dgm:pt modelId="{BF0B7E8D-740E-47A7-A46D-CA8E4FB1FA5F}" type="pres">
      <dgm:prSet presAssocID="{C9968A5E-CCD5-4582-B0AB-AE2C3DE7C2DA}" presName="accent_4" presStyleCnt="0"/>
      <dgm:spPr/>
    </dgm:pt>
    <dgm:pt modelId="{55FF4EBF-3CCC-4A07-A2C8-D31037E4859F}" type="pres">
      <dgm:prSet presAssocID="{C9968A5E-CCD5-4582-B0AB-AE2C3DE7C2DA}" presName="accentRepeatNode" presStyleLbl="solidFgAcc1" presStyleIdx="3" presStyleCnt="4"/>
      <dgm:spPr/>
    </dgm:pt>
  </dgm:ptLst>
  <dgm:cxnLst>
    <dgm:cxn modelId="{C8A7E011-7091-4E41-AE86-DD96C691E5A7}" type="presOf" srcId="{9D465F73-2544-4C54-9ACB-2FA1DB761601}" destId="{573A2458-43A9-4429-8B87-FAB8D3B9D7B2}" srcOrd="0" destOrd="0" presId="urn:microsoft.com/office/officeart/2008/layout/VerticalCurvedList"/>
    <dgm:cxn modelId="{25447343-46D9-4110-B329-1E0E0170DAA2}" type="presOf" srcId="{8F690F0D-05A2-48AB-A343-FE9BCDAE16CD}" destId="{817F1C88-18D2-4534-AA68-0E1E698407BC}" srcOrd="0" destOrd="0" presId="urn:microsoft.com/office/officeart/2008/layout/VerticalCurvedList"/>
    <dgm:cxn modelId="{A348CC50-16F4-4AD7-B156-62F80A2B86DF}" srcId="{CB767CEE-126D-486F-A62B-FA95DE265467}" destId="{C9968A5E-CCD5-4582-B0AB-AE2C3DE7C2DA}" srcOrd="3" destOrd="0" parTransId="{0091A7DF-DE85-4E4F-9E02-57ADE64AA9EB}" sibTransId="{B1D878B8-281D-404B-9D39-6A5ED51AF35F}"/>
    <dgm:cxn modelId="{AAB5E573-7C9A-40F5-9238-379852FEF578}" type="presOf" srcId="{C9968A5E-CCD5-4582-B0AB-AE2C3DE7C2DA}" destId="{447DB2E0-BD1C-49B0-8B6C-1765A640E7F8}" srcOrd="0" destOrd="0" presId="urn:microsoft.com/office/officeart/2008/layout/VerticalCurvedList"/>
    <dgm:cxn modelId="{5FD96B74-C9B2-44F5-BDF5-526403679B47}" type="presOf" srcId="{AB64F34C-7BC6-4D7A-B29C-D478949ED848}" destId="{AE1F45C5-724B-4318-8E37-8FFEC056CD74}" srcOrd="0" destOrd="0" presId="urn:microsoft.com/office/officeart/2008/layout/VerticalCurvedList"/>
    <dgm:cxn modelId="{41983593-AFE3-4138-A007-B6ACF09ADEC5}" srcId="{CB767CEE-126D-486F-A62B-FA95DE265467}" destId="{AAFACD63-352C-48B4-B018-8FD59ECB6601}" srcOrd="1" destOrd="0" parTransId="{EC1CF126-34CB-4631-859D-6CF323591545}" sibTransId="{87825BD2-AAE1-4414-ADEA-4C8335BCFAAD}"/>
    <dgm:cxn modelId="{5F1B609B-688D-4FE3-A2CC-7EC23900EEA2}" srcId="{CB767CEE-126D-486F-A62B-FA95DE265467}" destId="{9D465F73-2544-4C54-9ACB-2FA1DB761601}" srcOrd="0" destOrd="0" parTransId="{0D75ED3D-6F48-46F0-B078-17BFAE44944A}" sibTransId="{AB64F34C-7BC6-4D7A-B29C-D478949ED848}"/>
    <dgm:cxn modelId="{8A30E6C1-EA3C-4A33-B99B-453836A4DCEF}" type="presOf" srcId="{CB767CEE-126D-486F-A62B-FA95DE265467}" destId="{8EBE845B-9772-4D68-BD84-E69DA7F27D2E}" srcOrd="0" destOrd="0" presId="urn:microsoft.com/office/officeart/2008/layout/VerticalCurvedList"/>
    <dgm:cxn modelId="{9A7200CD-FA7B-4A10-9EDF-D42FB947DF53}" type="presOf" srcId="{AAFACD63-352C-48B4-B018-8FD59ECB6601}" destId="{954E4D2F-B554-456D-8682-B426EFE1337E}" srcOrd="0" destOrd="0" presId="urn:microsoft.com/office/officeart/2008/layout/VerticalCurvedList"/>
    <dgm:cxn modelId="{BFE468E0-19C8-4D00-8ACC-24098632EFE8}" srcId="{CB767CEE-126D-486F-A62B-FA95DE265467}" destId="{8F690F0D-05A2-48AB-A343-FE9BCDAE16CD}" srcOrd="2" destOrd="0" parTransId="{37435DBC-7D93-4E47-8839-C33E97BFD837}" sibTransId="{E3177D32-EE7D-4B92-BE18-142F28AA82E1}"/>
    <dgm:cxn modelId="{1195C0A9-234D-4EA2-80BD-A78E97F17742}" type="presParOf" srcId="{8EBE845B-9772-4D68-BD84-E69DA7F27D2E}" destId="{91697895-943E-4AA6-BA4A-A9FD488C19D2}" srcOrd="0" destOrd="0" presId="urn:microsoft.com/office/officeart/2008/layout/VerticalCurvedList"/>
    <dgm:cxn modelId="{32241ABA-5C2B-4A32-8D52-3A97FF5BB570}" type="presParOf" srcId="{91697895-943E-4AA6-BA4A-A9FD488C19D2}" destId="{ED002F95-DBF9-4E04-8F81-653FE324F6D4}" srcOrd="0" destOrd="0" presId="urn:microsoft.com/office/officeart/2008/layout/VerticalCurvedList"/>
    <dgm:cxn modelId="{D747621D-3E92-488E-AAFC-C62200333622}" type="presParOf" srcId="{ED002F95-DBF9-4E04-8F81-653FE324F6D4}" destId="{BF442216-EDC8-47D0-9A43-777CE6E8C6DA}" srcOrd="0" destOrd="0" presId="urn:microsoft.com/office/officeart/2008/layout/VerticalCurvedList"/>
    <dgm:cxn modelId="{5E4BA0E1-2803-4354-B0E1-FCDDD189AA52}" type="presParOf" srcId="{ED002F95-DBF9-4E04-8F81-653FE324F6D4}" destId="{AE1F45C5-724B-4318-8E37-8FFEC056CD74}" srcOrd="1" destOrd="0" presId="urn:microsoft.com/office/officeart/2008/layout/VerticalCurvedList"/>
    <dgm:cxn modelId="{8EE4328C-80A4-4F45-BECC-56D3BE35277C}" type="presParOf" srcId="{ED002F95-DBF9-4E04-8F81-653FE324F6D4}" destId="{103723D8-5365-4491-A554-D53B3F53B01D}" srcOrd="2" destOrd="0" presId="urn:microsoft.com/office/officeart/2008/layout/VerticalCurvedList"/>
    <dgm:cxn modelId="{00A46C00-8988-49E7-A7F4-290BA2806BB7}" type="presParOf" srcId="{ED002F95-DBF9-4E04-8F81-653FE324F6D4}" destId="{00119291-47F5-4D04-AF2B-C33F3BF6085D}" srcOrd="3" destOrd="0" presId="urn:microsoft.com/office/officeart/2008/layout/VerticalCurvedList"/>
    <dgm:cxn modelId="{E6BF9C4A-B955-4BFE-944A-3E31725FC8F3}" type="presParOf" srcId="{91697895-943E-4AA6-BA4A-A9FD488C19D2}" destId="{573A2458-43A9-4429-8B87-FAB8D3B9D7B2}" srcOrd="1" destOrd="0" presId="urn:microsoft.com/office/officeart/2008/layout/VerticalCurvedList"/>
    <dgm:cxn modelId="{701A969D-FB67-4E66-8A5E-6D29F68006E7}" type="presParOf" srcId="{91697895-943E-4AA6-BA4A-A9FD488C19D2}" destId="{C86BE315-2524-46AD-8081-942A459467FC}" srcOrd="2" destOrd="0" presId="urn:microsoft.com/office/officeart/2008/layout/VerticalCurvedList"/>
    <dgm:cxn modelId="{E0C66F2A-24AA-436A-8F4C-6CC0AC137A99}" type="presParOf" srcId="{C86BE315-2524-46AD-8081-942A459467FC}" destId="{7AAA7FC7-E45E-441D-9445-9CDC533CBD7D}" srcOrd="0" destOrd="0" presId="urn:microsoft.com/office/officeart/2008/layout/VerticalCurvedList"/>
    <dgm:cxn modelId="{EF6C7821-331B-4A4D-AA2C-2008F5EB43E3}" type="presParOf" srcId="{91697895-943E-4AA6-BA4A-A9FD488C19D2}" destId="{954E4D2F-B554-456D-8682-B426EFE1337E}" srcOrd="3" destOrd="0" presId="urn:microsoft.com/office/officeart/2008/layout/VerticalCurvedList"/>
    <dgm:cxn modelId="{C9F26495-3467-4EDD-A010-71DE7202E7FE}" type="presParOf" srcId="{91697895-943E-4AA6-BA4A-A9FD488C19D2}" destId="{4A233A67-44DA-48BE-8EBE-D04A2D1A6269}" srcOrd="4" destOrd="0" presId="urn:microsoft.com/office/officeart/2008/layout/VerticalCurvedList"/>
    <dgm:cxn modelId="{C8E16143-6472-49AB-9AF4-5CB428C527E7}" type="presParOf" srcId="{4A233A67-44DA-48BE-8EBE-D04A2D1A6269}" destId="{0BAEA991-522B-4868-A763-B79600B14E16}" srcOrd="0" destOrd="0" presId="urn:microsoft.com/office/officeart/2008/layout/VerticalCurvedList"/>
    <dgm:cxn modelId="{FB72E762-46D3-4955-A7FE-ACE11CBDD2DC}" type="presParOf" srcId="{91697895-943E-4AA6-BA4A-A9FD488C19D2}" destId="{817F1C88-18D2-4534-AA68-0E1E698407BC}" srcOrd="5" destOrd="0" presId="urn:microsoft.com/office/officeart/2008/layout/VerticalCurvedList"/>
    <dgm:cxn modelId="{75B599DB-2542-41A1-BD9B-E6D5C9B4FAD8}" type="presParOf" srcId="{91697895-943E-4AA6-BA4A-A9FD488C19D2}" destId="{A2E85477-0B27-428B-A9D2-A0AE0BA39B92}" srcOrd="6" destOrd="0" presId="urn:microsoft.com/office/officeart/2008/layout/VerticalCurvedList"/>
    <dgm:cxn modelId="{32B07927-2F3D-4BCC-8F59-D5425AD13D70}" type="presParOf" srcId="{A2E85477-0B27-428B-A9D2-A0AE0BA39B92}" destId="{734B39FC-E23A-4340-BD14-0E34B8790CA1}" srcOrd="0" destOrd="0" presId="urn:microsoft.com/office/officeart/2008/layout/VerticalCurvedList"/>
    <dgm:cxn modelId="{4F5A880F-5794-45E5-A7F3-E791644D33FB}" type="presParOf" srcId="{91697895-943E-4AA6-BA4A-A9FD488C19D2}" destId="{447DB2E0-BD1C-49B0-8B6C-1765A640E7F8}" srcOrd="7" destOrd="0" presId="urn:microsoft.com/office/officeart/2008/layout/VerticalCurvedList"/>
    <dgm:cxn modelId="{8F9C4709-EAAC-4CDB-B77D-1F44AD66D619}" type="presParOf" srcId="{91697895-943E-4AA6-BA4A-A9FD488C19D2}" destId="{BF0B7E8D-740E-47A7-A46D-CA8E4FB1FA5F}" srcOrd="8" destOrd="0" presId="urn:microsoft.com/office/officeart/2008/layout/VerticalCurvedList"/>
    <dgm:cxn modelId="{35639A3A-B125-450B-8923-27DA3C18396D}" type="presParOf" srcId="{BF0B7E8D-740E-47A7-A46D-CA8E4FB1FA5F}" destId="{55FF4EBF-3CCC-4A07-A2C8-D31037E4859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C131A4A-7C94-49A4-8847-3977CD70B2AF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FEF083F-488B-4093-BEF0-D0A2E11D5BA1}">
      <dgm:prSet custT="1"/>
      <dgm:spPr/>
      <dgm:t>
        <a:bodyPr/>
        <a:lstStyle/>
        <a:p>
          <a:pPr algn="ctr"/>
          <a:r>
            <a:rPr lang="en-US" sz="4800"/>
            <a:t>Install Tally – Step by Step</a:t>
          </a:r>
        </a:p>
      </dgm:t>
    </dgm:pt>
    <dgm:pt modelId="{E4D9E3D7-710A-4BA0-AD43-F08CC7F7343C}" type="parTrans" cxnId="{C4A9EF4C-7BFF-4E46-BC30-BBDA7C846619}">
      <dgm:prSet/>
      <dgm:spPr/>
      <dgm:t>
        <a:bodyPr/>
        <a:lstStyle/>
        <a:p>
          <a:endParaRPr lang="en-US"/>
        </a:p>
      </dgm:t>
    </dgm:pt>
    <dgm:pt modelId="{B3745CD3-CB6F-4991-A7AE-F9A23135C403}" type="sibTrans" cxnId="{C4A9EF4C-7BFF-4E46-BC30-BBDA7C846619}">
      <dgm:prSet/>
      <dgm:spPr/>
      <dgm:t>
        <a:bodyPr/>
        <a:lstStyle/>
        <a:p>
          <a:endParaRPr lang="en-US"/>
        </a:p>
      </dgm:t>
    </dgm:pt>
    <dgm:pt modelId="{29A41734-4820-40FC-9796-96E891F26FD0}" type="pres">
      <dgm:prSet presAssocID="{0C131A4A-7C94-49A4-8847-3977CD70B2AF}" presName="linear" presStyleCnt="0">
        <dgm:presLayoutVars>
          <dgm:animLvl val="lvl"/>
          <dgm:resizeHandles val="exact"/>
        </dgm:presLayoutVars>
      </dgm:prSet>
      <dgm:spPr/>
    </dgm:pt>
    <dgm:pt modelId="{EB1338D6-B958-4A04-B41E-CAA2DFC0A0EB}" type="pres">
      <dgm:prSet presAssocID="{BFEF083F-488B-4093-BEF0-D0A2E11D5BA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4A9EF4C-7BFF-4E46-BC30-BBDA7C846619}" srcId="{0C131A4A-7C94-49A4-8847-3977CD70B2AF}" destId="{BFEF083F-488B-4093-BEF0-D0A2E11D5BA1}" srcOrd="0" destOrd="0" parTransId="{E4D9E3D7-710A-4BA0-AD43-F08CC7F7343C}" sibTransId="{B3745CD3-CB6F-4991-A7AE-F9A23135C403}"/>
    <dgm:cxn modelId="{8E4E3383-700E-4423-B1D8-A66C47AB59AA}" type="presOf" srcId="{BFEF083F-488B-4093-BEF0-D0A2E11D5BA1}" destId="{EB1338D6-B958-4A04-B41E-CAA2DFC0A0EB}" srcOrd="0" destOrd="0" presId="urn:microsoft.com/office/officeart/2005/8/layout/vList2"/>
    <dgm:cxn modelId="{86E660D6-FA72-4BD3-AE9C-C4F641907FCF}" type="presOf" srcId="{0C131A4A-7C94-49A4-8847-3977CD70B2AF}" destId="{29A41734-4820-40FC-9796-96E891F26FD0}" srcOrd="0" destOrd="0" presId="urn:microsoft.com/office/officeart/2005/8/layout/vList2"/>
    <dgm:cxn modelId="{47ADC460-7A44-4841-AFDE-0FBAEF985FB5}" type="presParOf" srcId="{29A41734-4820-40FC-9796-96E891F26FD0}" destId="{EB1338D6-B958-4A04-B41E-CAA2DFC0A0E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61DCF8E-9FC3-4A79-913A-108D30A97432}" type="doc">
      <dgm:prSet loTypeId="urn:microsoft.com/office/officeart/2005/8/layout/vList2" loCatId="list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9952ABC1-8AD7-4C57-A20C-1CC64F27D627}">
      <dgm:prSet/>
      <dgm:spPr/>
      <dgm:t>
        <a:bodyPr/>
        <a:lstStyle/>
        <a:p>
          <a:r>
            <a:rPr lang="en-US"/>
            <a:t>Open the downloaded setup file.</a:t>
          </a:r>
        </a:p>
      </dgm:t>
    </dgm:pt>
    <dgm:pt modelId="{4B0FE12D-090D-4F9B-86F3-A9DDC9A7C7AA}" type="parTrans" cxnId="{401CB77E-EA01-410E-96F0-9B4C28D49FD1}">
      <dgm:prSet/>
      <dgm:spPr/>
      <dgm:t>
        <a:bodyPr/>
        <a:lstStyle/>
        <a:p>
          <a:endParaRPr lang="en-US"/>
        </a:p>
      </dgm:t>
    </dgm:pt>
    <dgm:pt modelId="{0ECFA5C0-2801-4BCF-9E6D-D8E270DCFBB2}" type="sibTrans" cxnId="{401CB77E-EA01-410E-96F0-9B4C28D49FD1}">
      <dgm:prSet/>
      <dgm:spPr/>
      <dgm:t>
        <a:bodyPr/>
        <a:lstStyle/>
        <a:p>
          <a:endParaRPr lang="en-US"/>
        </a:p>
      </dgm:t>
    </dgm:pt>
    <dgm:pt modelId="{F68E4E0A-8998-428E-A618-B472B73C4496}">
      <dgm:prSet/>
      <dgm:spPr/>
      <dgm:t>
        <a:bodyPr/>
        <a:lstStyle/>
        <a:p>
          <a:r>
            <a:rPr lang="en-US"/>
            <a:t>Click on Install.</a:t>
          </a:r>
        </a:p>
      </dgm:t>
    </dgm:pt>
    <dgm:pt modelId="{34053644-97B6-4AA9-AAE8-9BA7B860423A}" type="parTrans" cxnId="{AACB99BD-5161-4CE4-B8C9-51CD362863B0}">
      <dgm:prSet/>
      <dgm:spPr/>
      <dgm:t>
        <a:bodyPr/>
        <a:lstStyle/>
        <a:p>
          <a:endParaRPr lang="en-US"/>
        </a:p>
      </dgm:t>
    </dgm:pt>
    <dgm:pt modelId="{03899DBF-9363-44C7-9A16-129D3C1CA394}" type="sibTrans" cxnId="{AACB99BD-5161-4CE4-B8C9-51CD362863B0}">
      <dgm:prSet/>
      <dgm:spPr/>
      <dgm:t>
        <a:bodyPr/>
        <a:lstStyle/>
        <a:p>
          <a:endParaRPr lang="en-US"/>
        </a:p>
      </dgm:t>
    </dgm:pt>
    <dgm:pt modelId="{9DB09A0A-DB74-4A22-AD2B-968C2832B450}">
      <dgm:prSet/>
      <dgm:spPr/>
      <dgm:t>
        <a:bodyPr/>
        <a:lstStyle/>
        <a:p>
          <a:r>
            <a:rPr lang="en-US"/>
            <a:t>Choose installation location.</a:t>
          </a:r>
        </a:p>
      </dgm:t>
    </dgm:pt>
    <dgm:pt modelId="{353E7CAD-4F2D-4B06-8F19-1130D699B829}" type="parTrans" cxnId="{124AA8EE-378D-4B07-8794-41EC7FB679AB}">
      <dgm:prSet/>
      <dgm:spPr/>
      <dgm:t>
        <a:bodyPr/>
        <a:lstStyle/>
        <a:p>
          <a:endParaRPr lang="en-US"/>
        </a:p>
      </dgm:t>
    </dgm:pt>
    <dgm:pt modelId="{F5624848-D9EC-4507-BA78-F0CE5FE4E387}" type="sibTrans" cxnId="{124AA8EE-378D-4B07-8794-41EC7FB679AB}">
      <dgm:prSet/>
      <dgm:spPr/>
      <dgm:t>
        <a:bodyPr/>
        <a:lstStyle/>
        <a:p>
          <a:endParaRPr lang="en-US"/>
        </a:p>
      </dgm:t>
    </dgm:pt>
    <dgm:pt modelId="{9ACA4BBB-6B98-4730-ADBA-C97A9BACBBC9}">
      <dgm:prSet/>
      <dgm:spPr/>
      <dgm:t>
        <a:bodyPr/>
        <a:lstStyle/>
        <a:p>
          <a:r>
            <a:rPr lang="en-US"/>
            <a:t>Complete the installation process.</a:t>
          </a:r>
        </a:p>
      </dgm:t>
    </dgm:pt>
    <dgm:pt modelId="{66BE08E9-9804-4AD7-BB2F-1662158E5C6D}" type="parTrans" cxnId="{6D382F0D-B366-40E9-B3C6-02AA0459D03A}">
      <dgm:prSet/>
      <dgm:spPr/>
      <dgm:t>
        <a:bodyPr/>
        <a:lstStyle/>
        <a:p>
          <a:endParaRPr lang="en-US"/>
        </a:p>
      </dgm:t>
    </dgm:pt>
    <dgm:pt modelId="{4508B79B-F00E-49F7-8B9D-3EAC61255728}" type="sibTrans" cxnId="{6D382F0D-B366-40E9-B3C6-02AA0459D03A}">
      <dgm:prSet/>
      <dgm:spPr/>
      <dgm:t>
        <a:bodyPr/>
        <a:lstStyle/>
        <a:p>
          <a:endParaRPr lang="en-US"/>
        </a:p>
      </dgm:t>
    </dgm:pt>
    <dgm:pt modelId="{628CE1FC-9C9F-47DB-B711-0921440A03B5}" type="pres">
      <dgm:prSet presAssocID="{E61DCF8E-9FC3-4A79-913A-108D30A97432}" presName="linear" presStyleCnt="0">
        <dgm:presLayoutVars>
          <dgm:animLvl val="lvl"/>
          <dgm:resizeHandles val="exact"/>
        </dgm:presLayoutVars>
      </dgm:prSet>
      <dgm:spPr/>
    </dgm:pt>
    <dgm:pt modelId="{11F5CDD3-CA5D-472A-8978-765C7A38A1E2}" type="pres">
      <dgm:prSet presAssocID="{9952ABC1-8AD7-4C57-A20C-1CC64F27D62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B84071-4A4A-47E4-A38E-0327D10C9F63}" type="pres">
      <dgm:prSet presAssocID="{0ECFA5C0-2801-4BCF-9E6D-D8E270DCFBB2}" presName="spacer" presStyleCnt="0"/>
      <dgm:spPr/>
    </dgm:pt>
    <dgm:pt modelId="{F43FC455-942C-4606-B8BF-CC575F1DA2F0}" type="pres">
      <dgm:prSet presAssocID="{F68E4E0A-8998-428E-A618-B472B73C44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2E653F-A92C-4D3E-86F6-22A24F9A951A}" type="pres">
      <dgm:prSet presAssocID="{03899DBF-9363-44C7-9A16-129D3C1CA394}" presName="spacer" presStyleCnt="0"/>
      <dgm:spPr/>
    </dgm:pt>
    <dgm:pt modelId="{AFCB1452-F882-4B52-B786-5DB1C044A963}" type="pres">
      <dgm:prSet presAssocID="{9DB09A0A-DB74-4A22-AD2B-968C2832B4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81B8F35-E7DA-4258-91CD-89876C107137}" type="pres">
      <dgm:prSet presAssocID="{F5624848-D9EC-4507-BA78-F0CE5FE4E387}" presName="spacer" presStyleCnt="0"/>
      <dgm:spPr/>
    </dgm:pt>
    <dgm:pt modelId="{CD80BCC1-CB75-47F0-BB46-B9DD1C2AE1B9}" type="pres">
      <dgm:prSet presAssocID="{9ACA4BBB-6B98-4730-ADBA-C97A9BACBB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382F0D-B366-40E9-B3C6-02AA0459D03A}" srcId="{E61DCF8E-9FC3-4A79-913A-108D30A97432}" destId="{9ACA4BBB-6B98-4730-ADBA-C97A9BACBBC9}" srcOrd="3" destOrd="0" parTransId="{66BE08E9-9804-4AD7-BB2F-1662158E5C6D}" sibTransId="{4508B79B-F00E-49F7-8B9D-3EAC61255728}"/>
    <dgm:cxn modelId="{E4637D63-A0BA-4A53-A500-0CAA534E8B7B}" type="presOf" srcId="{F68E4E0A-8998-428E-A618-B472B73C4496}" destId="{F43FC455-942C-4606-B8BF-CC575F1DA2F0}" srcOrd="0" destOrd="0" presId="urn:microsoft.com/office/officeart/2005/8/layout/vList2"/>
    <dgm:cxn modelId="{C7F0D84A-04EB-4DCF-A217-1CD457FC8EAA}" type="presOf" srcId="{E61DCF8E-9FC3-4A79-913A-108D30A97432}" destId="{628CE1FC-9C9F-47DB-B711-0921440A03B5}" srcOrd="0" destOrd="0" presId="urn:microsoft.com/office/officeart/2005/8/layout/vList2"/>
    <dgm:cxn modelId="{24433E4D-32DC-4899-95EC-0C03FE811C1D}" type="presOf" srcId="{9ACA4BBB-6B98-4730-ADBA-C97A9BACBBC9}" destId="{CD80BCC1-CB75-47F0-BB46-B9DD1C2AE1B9}" srcOrd="0" destOrd="0" presId="urn:microsoft.com/office/officeart/2005/8/layout/vList2"/>
    <dgm:cxn modelId="{401CB77E-EA01-410E-96F0-9B4C28D49FD1}" srcId="{E61DCF8E-9FC3-4A79-913A-108D30A97432}" destId="{9952ABC1-8AD7-4C57-A20C-1CC64F27D627}" srcOrd="0" destOrd="0" parTransId="{4B0FE12D-090D-4F9B-86F3-A9DDC9A7C7AA}" sibTransId="{0ECFA5C0-2801-4BCF-9E6D-D8E270DCFBB2}"/>
    <dgm:cxn modelId="{AACB99BD-5161-4CE4-B8C9-51CD362863B0}" srcId="{E61DCF8E-9FC3-4A79-913A-108D30A97432}" destId="{F68E4E0A-8998-428E-A618-B472B73C4496}" srcOrd="1" destOrd="0" parTransId="{34053644-97B6-4AA9-AAE8-9BA7B860423A}" sibTransId="{03899DBF-9363-44C7-9A16-129D3C1CA394}"/>
    <dgm:cxn modelId="{10A6CDDB-C82C-4B5F-959A-D468E6C431F9}" type="presOf" srcId="{9DB09A0A-DB74-4A22-AD2B-968C2832B450}" destId="{AFCB1452-F882-4B52-B786-5DB1C044A963}" srcOrd="0" destOrd="0" presId="urn:microsoft.com/office/officeart/2005/8/layout/vList2"/>
    <dgm:cxn modelId="{0C9590E2-925B-4105-A26E-38B3C0854633}" type="presOf" srcId="{9952ABC1-8AD7-4C57-A20C-1CC64F27D627}" destId="{11F5CDD3-CA5D-472A-8978-765C7A38A1E2}" srcOrd="0" destOrd="0" presId="urn:microsoft.com/office/officeart/2005/8/layout/vList2"/>
    <dgm:cxn modelId="{124AA8EE-378D-4B07-8794-41EC7FB679AB}" srcId="{E61DCF8E-9FC3-4A79-913A-108D30A97432}" destId="{9DB09A0A-DB74-4A22-AD2B-968C2832B450}" srcOrd="2" destOrd="0" parTransId="{353E7CAD-4F2D-4B06-8F19-1130D699B829}" sibTransId="{F5624848-D9EC-4507-BA78-F0CE5FE4E387}"/>
    <dgm:cxn modelId="{09885CBA-3ED5-49C4-847D-77C2422D1055}" type="presParOf" srcId="{628CE1FC-9C9F-47DB-B711-0921440A03B5}" destId="{11F5CDD3-CA5D-472A-8978-765C7A38A1E2}" srcOrd="0" destOrd="0" presId="urn:microsoft.com/office/officeart/2005/8/layout/vList2"/>
    <dgm:cxn modelId="{86F77B62-3331-4C97-9BC4-CE10E387B6DD}" type="presParOf" srcId="{628CE1FC-9C9F-47DB-B711-0921440A03B5}" destId="{02B84071-4A4A-47E4-A38E-0327D10C9F63}" srcOrd="1" destOrd="0" presId="urn:microsoft.com/office/officeart/2005/8/layout/vList2"/>
    <dgm:cxn modelId="{EFF33418-406C-4EB9-A197-83376367CAD0}" type="presParOf" srcId="{628CE1FC-9C9F-47DB-B711-0921440A03B5}" destId="{F43FC455-942C-4606-B8BF-CC575F1DA2F0}" srcOrd="2" destOrd="0" presId="urn:microsoft.com/office/officeart/2005/8/layout/vList2"/>
    <dgm:cxn modelId="{54E544FE-79A5-4DA8-82FD-4BC6FCD226E8}" type="presParOf" srcId="{628CE1FC-9C9F-47DB-B711-0921440A03B5}" destId="{A02E653F-A92C-4D3E-86F6-22A24F9A951A}" srcOrd="3" destOrd="0" presId="urn:microsoft.com/office/officeart/2005/8/layout/vList2"/>
    <dgm:cxn modelId="{CC39FCDE-CBFD-4A14-B88E-E3B7966F6339}" type="presParOf" srcId="{628CE1FC-9C9F-47DB-B711-0921440A03B5}" destId="{AFCB1452-F882-4B52-B786-5DB1C044A963}" srcOrd="4" destOrd="0" presId="urn:microsoft.com/office/officeart/2005/8/layout/vList2"/>
    <dgm:cxn modelId="{28249483-D726-44D9-A8C4-5D738D4FE55D}" type="presParOf" srcId="{628CE1FC-9C9F-47DB-B711-0921440A03B5}" destId="{D81B8F35-E7DA-4258-91CD-89876C107137}" srcOrd="5" destOrd="0" presId="urn:microsoft.com/office/officeart/2005/8/layout/vList2"/>
    <dgm:cxn modelId="{9FC6B187-D02C-4320-A4C4-534136872C29}" type="presParOf" srcId="{628CE1FC-9C9F-47DB-B711-0921440A03B5}" destId="{CD80BCC1-CB75-47F0-BB46-B9DD1C2AE1B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4E46386-3911-4F48-B57A-540C563D2EEA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5B03DC2-1303-4346-888F-E46B1F03792F}">
      <dgm:prSet/>
      <dgm:spPr/>
      <dgm:t>
        <a:bodyPr/>
        <a:lstStyle/>
        <a:p>
          <a:pPr algn="ctr"/>
          <a:r>
            <a:rPr lang="en-US"/>
            <a:t>Activate Tally</a:t>
          </a:r>
        </a:p>
      </dgm:t>
    </dgm:pt>
    <dgm:pt modelId="{298F7EFD-5A60-4521-93FB-8ADDC13668A9}" type="parTrans" cxnId="{BE9935F8-F4B2-4CBC-ADD9-2EC35A4B4700}">
      <dgm:prSet/>
      <dgm:spPr/>
      <dgm:t>
        <a:bodyPr/>
        <a:lstStyle/>
        <a:p>
          <a:endParaRPr lang="en-US"/>
        </a:p>
      </dgm:t>
    </dgm:pt>
    <dgm:pt modelId="{D75A85BE-C831-44CE-A8F3-91B10F785B0C}" type="sibTrans" cxnId="{BE9935F8-F4B2-4CBC-ADD9-2EC35A4B4700}">
      <dgm:prSet/>
      <dgm:spPr/>
      <dgm:t>
        <a:bodyPr/>
        <a:lstStyle/>
        <a:p>
          <a:endParaRPr lang="en-US"/>
        </a:p>
      </dgm:t>
    </dgm:pt>
    <dgm:pt modelId="{E3DB1F34-03B2-45BB-A163-DEA182568AC8}" type="pres">
      <dgm:prSet presAssocID="{54E46386-3911-4F48-B57A-540C563D2EEA}" presName="linear" presStyleCnt="0">
        <dgm:presLayoutVars>
          <dgm:animLvl val="lvl"/>
          <dgm:resizeHandles val="exact"/>
        </dgm:presLayoutVars>
      </dgm:prSet>
      <dgm:spPr/>
    </dgm:pt>
    <dgm:pt modelId="{4D276760-15ED-4589-9B3F-39A2FCC584DC}" type="pres">
      <dgm:prSet presAssocID="{95B03DC2-1303-4346-888F-E46B1F03792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1D3817-A971-415F-9470-68C20DFCB4BA}" type="presOf" srcId="{95B03DC2-1303-4346-888F-E46B1F03792F}" destId="{4D276760-15ED-4589-9B3F-39A2FCC584DC}" srcOrd="0" destOrd="0" presId="urn:microsoft.com/office/officeart/2005/8/layout/vList2"/>
    <dgm:cxn modelId="{CBB4AD6B-8A04-4D23-ACC2-C890007BA983}" type="presOf" srcId="{54E46386-3911-4F48-B57A-540C563D2EEA}" destId="{E3DB1F34-03B2-45BB-A163-DEA182568AC8}" srcOrd="0" destOrd="0" presId="urn:microsoft.com/office/officeart/2005/8/layout/vList2"/>
    <dgm:cxn modelId="{BE9935F8-F4B2-4CBC-ADD9-2EC35A4B4700}" srcId="{54E46386-3911-4F48-B57A-540C563D2EEA}" destId="{95B03DC2-1303-4346-888F-E46B1F03792F}" srcOrd="0" destOrd="0" parTransId="{298F7EFD-5A60-4521-93FB-8ADDC13668A9}" sibTransId="{D75A85BE-C831-44CE-A8F3-91B10F785B0C}"/>
    <dgm:cxn modelId="{908044B4-75B6-4EE8-95CC-50C874B881E1}" type="presParOf" srcId="{E3DB1F34-03B2-45BB-A163-DEA182568AC8}" destId="{4D276760-15ED-4589-9B3F-39A2FCC584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EACD57C-D549-4AE6-BAE9-8C8495AD68DF}" type="doc">
      <dgm:prSet loTypeId="urn:microsoft.com/office/officeart/2005/8/layout/vList2" loCatId="list" qsTypeId="urn:microsoft.com/office/officeart/2005/8/quickstyle/3d4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594C4CDD-74D2-4820-A2EF-70C285DD34EE}">
      <dgm:prSet/>
      <dgm:spPr/>
      <dgm:t>
        <a:bodyPr/>
        <a:lstStyle/>
        <a:p>
          <a:r>
            <a:rPr lang="en-US"/>
            <a:t>After installation, open Tally.</a:t>
          </a:r>
        </a:p>
      </dgm:t>
    </dgm:pt>
    <dgm:pt modelId="{2B7A578C-76FD-4FD9-82B5-1F79EB5CA3EF}" type="parTrans" cxnId="{08FFB3AC-81A5-4EB9-A94A-F2E698F2149E}">
      <dgm:prSet/>
      <dgm:spPr/>
      <dgm:t>
        <a:bodyPr/>
        <a:lstStyle/>
        <a:p>
          <a:endParaRPr lang="en-US"/>
        </a:p>
      </dgm:t>
    </dgm:pt>
    <dgm:pt modelId="{B27D58B2-EB25-4787-BFCF-27E38C722494}" type="sibTrans" cxnId="{08FFB3AC-81A5-4EB9-A94A-F2E698F2149E}">
      <dgm:prSet/>
      <dgm:spPr/>
      <dgm:t>
        <a:bodyPr/>
        <a:lstStyle/>
        <a:p>
          <a:endParaRPr lang="en-US"/>
        </a:p>
      </dgm:t>
    </dgm:pt>
    <dgm:pt modelId="{9F96B149-CB71-4EE3-B3C3-ED045A45DB73}">
      <dgm:prSet/>
      <dgm:spPr/>
      <dgm:t>
        <a:bodyPr/>
        <a:lstStyle/>
        <a:p>
          <a:r>
            <a:rPr lang="en-US"/>
            <a:t>Choose activation option.</a:t>
          </a:r>
        </a:p>
      </dgm:t>
    </dgm:pt>
    <dgm:pt modelId="{AFDC903B-9552-4CD4-9D82-B28E552DD0C8}" type="parTrans" cxnId="{320D3910-2416-4161-BE50-6DE7B9E8C91B}">
      <dgm:prSet/>
      <dgm:spPr/>
      <dgm:t>
        <a:bodyPr/>
        <a:lstStyle/>
        <a:p>
          <a:endParaRPr lang="en-US"/>
        </a:p>
      </dgm:t>
    </dgm:pt>
    <dgm:pt modelId="{80A5A1BF-1422-410F-AA5E-97F79B25F371}" type="sibTrans" cxnId="{320D3910-2416-4161-BE50-6DE7B9E8C91B}">
      <dgm:prSet/>
      <dgm:spPr/>
      <dgm:t>
        <a:bodyPr/>
        <a:lstStyle/>
        <a:p>
          <a:endParaRPr lang="en-US"/>
        </a:p>
      </dgm:t>
    </dgm:pt>
    <dgm:pt modelId="{2564991B-4CE3-44F5-AEE3-C2B9DCCE1BEC}">
      <dgm:prSet/>
      <dgm:spPr/>
      <dgm:t>
        <a:bodyPr/>
        <a:lstStyle/>
        <a:p>
          <a:r>
            <a:rPr lang="en-US"/>
            <a:t>Select Educational License for students.</a:t>
          </a:r>
        </a:p>
      </dgm:t>
    </dgm:pt>
    <dgm:pt modelId="{9E5B1DE4-C443-4D67-A384-FAEAD5514C3F}" type="parTrans" cxnId="{EE8DB431-FDF3-4090-AF6C-1943E8736F8F}">
      <dgm:prSet/>
      <dgm:spPr/>
      <dgm:t>
        <a:bodyPr/>
        <a:lstStyle/>
        <a:p>
          <a:endParaRPr lang="en-US"/>
        </a:p>
      </dgm:t>
    </dgm:pt>
    <dgm:pt modelId="{AE96028F-032C-47D0-AEC6-6EB488A4CC51}" type="sibTrans" cxnId="{EE8DB431-FDF3-4090-AF6C-1943E8736F8F}">
      <dgm:prSet/>
      <dgm:spPr/>
      <dgm:t>
        <a:bodyPr/>
        <a:lstStyle/>
        <a:p>
          <a:endParaRPr lang="en-US"/>
        </a:p>
      </dgm:t>
    </dgm:pt>
    <dgm:pt modelId="{5FD400F3-F130-4D62-939A-E6650EABA665}">
      <dgm:prSet/>
      <dgm:spPr/>
      <dgm:t>
        <a:bodyPr/>
        <a:lstStyle/>
        <a:p>
          <a:r>
            <a:rPr lang="en-US"/>
            <a:t>Activation will be completed.</a:t>
          </a:r>
        </a:p>
      </dgm:t>
    </dgm:pt>
    <dgm:pt modelId="{922D0DB7-CEC1-4993-94DC-F4D2062F3475}" type="parTrans" cxnId="{ED93ED16-3F12-43BE-886C-A8850A32186D}">
      <dgm:prSet/>
      <dgm:spPr/>
      <dgm:t>
        <a:bodyPr/>
        <a:lstStyle/>
        <a:p>
          <a:endParaRPr lang="en-US"/>
        </a:p>
      </dgm:t>
    </dgm:pt>
    <dgm:pt modelId="{47DF0674-44EC-4654-A028-6C421D35D287}" type="sibTrans" cxnId="{ED93ED16-3F12-43BE-886C-A8850A32186D}">
      <dgm:prSet/>
      <dgm:spPr/>
      <dgm:t>
        <a:bodyPr/>
        <a:lstStyle/>
        <a:p>
          <a:endParaRPr lang="en-US"/>
        </a:p>
      </dgm:t>
    </dgm:pt>
    <dgm:pt modelId="{63595451-ACB4-45CB-A6E6-4381A8AA32FC}" type="pres">
      <dgm:prSet presAssocID="{CEACD57C-D549-4AE6-BAE9-8C8495AD68DF}" presName="linear" presStyleCnt="0">
        <dgm:presLayoutVars>
          <dgm:animLvl val="lvl"/>
          <dgm:resizeHandles val="exact"/>
        </dgm:presLayoutVars>
      </dgm:prSet>
      <dgm:spPr/>
    </dgm:pt>
    <dgm:pt modelId="{903354B3-8152-4E8A-9B9B-128F669FA104}" type="pres">
      <dgm:prSet presAssocID="{594C4CDD-74D2-4820-A2EF-70C285DD34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B782D6-6E99-42F6-8A86-2DB2F43BBAB4}" type="pres">
      <dgm:prSet presAssocID="{B27D58B2-EB25-4787-BFCF-27E38C722494}" presName="spacer" presStyleCnt="0"/>
      <dgm:spPr/>
    </dgm:pt>
    <dgm:pt modelId="{D4F27BC5-37CC-43F1-ABD4-96AD3B17346A}" type="pres">
      <dgm:prSet presAssocID="{9F96B149-CB71-4EE3-B3C3-ED045A45DB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AD4833-5757-4825-A8C8-5525D9A65EBA}" type="pres">
      <dgm:prSet presAssocID="{80A5A1BF-1422-410F-AA5E-97F79B25F371}" presName="spacer" presStyleCnt="0"/>
      <dgm:spPr/>
    </dgm:pt>
    <dgm:pt modelId="{520A5F95-16EF-4A51-8C01-7382B3F97F70}" type="pres">
      <dgm:prSet presAssocID="{2564991B-4CE3-44F5-AEE3-C2B9DCCE1B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1709336-3252-49F8-8D62-89768F70F3B6}" type="pres">
      <dgm:prSet presAssocID="{AE96028F-032C-47D0-AEC6-6EB488A4CC51}" presName="spacer" presStyleCnt="0"/>
      <dgm:spPr/>
    </dgm:pt>
    <dgm:pt modelId="{A01F56CB-B4BC-40BF-A297-D09D4B13E30E}" type="pres">
      <dgm:prSet presAssocID="{5FD400F3-F130-4D62-939A-E6650EABA66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20D3910-2416-4161-BE50-6DE7B9E8C91B}" srcId="{CEACD57C-D549-4AE6-BAE9-8C8495AD68DF}" destId="{9F96B149-CB71-4EE3-B3C3-ED045A45DB73}" srcOrd="1" destOrd="0" parTransId="{AFDC903B-9552-4CD4-9D82-B28E552DD0C8}" sibTransId="{80A5A1BF-1422-410F-AA5E-97F79B25F371}"/>
    <dgm:cxn modelId="{ED93ED16-3F12-43BE-886C-A8850A32186D}" srcId="{CEACD57C-D549-4AE6-BAE9-8C8495AD68DF}" destId="{5FD400F3-F130-4D62-939A-E6650EABA665}" srcOrd="3" destOrd="0" parTransId="{922D0DB7-CEC1-4993-94DC-F4D2062F3475}" sibTransId="{47DF0674-44EC-4654-A028-6C421D35D287}"/>
    <dgm:cxn modelId="{089EA229-9FD3-477F-8E8E-7AF4892341F4}" type="presOf" srcId="{2564991B-4CE3-44F5-AEE3-C2B9DCCE1BEC}" destId="{520A5F95-16EF-4A51-8C01-7382B3F97F70}" srcOrd="0" destOrd="0" presId="urn:microsoft.com/office/officeart/2005/8/layout/vList2"/>
    <dgm:cxn modelId="{EE8DB431-FDF3-4090-AF6C-1943E8736F8F}" srcId="{CEACD57C-D549-4AE6-BAE9-8C8495AD68DF}" destId="{2564991B-4CE3-44F5-AEE3-C2B9DCCE1BEC}" srcOrd="2" destOrd="0" parTransId="{9E5B1DE4-C443-4D67-A384-FAEAD5514C3F}" sibTransId="{AE96028F-032C-47D0-AEC6-6EB488A4CC51}"/>
    <dgm:cxn modelId="{FD9E733A-AEC1-453C-BBF7-BE76EE1911DE}" type="presOf" srcId="{9F96B149-CB71-4EE3-B3C3-ED045A45DB73}" destId="{D4F27BC5-37CC-43F1-ABD4-96AD3B17346A}" srcOrd="0" destOrd="0" presId="urn:microsoft.com/office/officeart/2005/8/layout/vList2"/>
    <dgm:cxn modelId="{72A1A24D-A475-4328-990A-FFD2FC22845C}" type="presOf" srcId="{CEACD57C-D549-4AE6-BAE9-8C8495AD68DF}" destId="{63595451-ACB4-45CB-A6E6-4381A8AA32FC}" srcOrd="0" destOrd="0" presId="urn:microsoft.com/office/officeart/2005/8/layout/vList2"/>
    <dgm:cxn modelId="{18531B79-A4EE-44FC-A29B-5158153AF2B5}" type="presOf" srcId="{5FD400F3-F130-4D62-939A-E6650EABA665}" destId="{A01F56CB-B4BC-40BF-A297-D09D4B13E30E}" srcOrd="0" destOrd="0" presId="urn:microsoft.com/office/officeart/2005/8/layout/vList2"/>
    <dgm:cxn modelId="{08FFB3AC-81A5-4EB9-A94A-F2E698F2149E}" srcId="{CEACD57C-D549-4AE6-BAE9-8C8495AD68DF}" destId="{594C4CDD-74D2-4820-A2EF-70C285DD34EE}" srcOrd="0" destOrd="0" parTransId="{2B7A578C-76FD-4FD9-82B5-1F79EB5CA3EF}" sibTransId="{B27D58B2-EB25-4787-BFCF-27E38C722494}"/>
    <dgm:cxn modelId="{110B89C5-48E2-4B43-8B5A-C67A48B9826D}" type="presOf" srcId="{594C4CDD-74D2-4820-A2EF-70C285DD34EE}" destId="{903354B3-8152-4E8A-9B9B-128F669FA104}" srcOrd="0" destOrd="0" presId="urn:microsoft.com/office/officeart/2005/8/layout/vList2"/>
    <dgm:cxn modelId="{1EA748AE-BE1D-470F-9994-7A73438B47D2}" type="presParOf" srcId="{63595451-ACB4-45CB-A6E6-4381A8AA32FC}" destId="{903354B3-8152-4E8A-9B9B-128F669FA104}" srcOrd="0" destOrd="0" presId="urn:microsoft.com/office/officeart/2005/8/layout/vList2"/>
    <dgm:cxn modelId="{B3966FCD-329F-4C76-9405-0B0D54BCE1E0}" type="presParOf" srcId="{63595451-ACB4-45CB-A6E6-4381A8AA32FC}" destId="{2AB782D6-6E99-42F6-8A86-2DB2F43BBAB4}" srcOrd="1" destOrd="0" presId="urn:microsoft.com/office/officeart/2005/8/layout/vList2"/>
    <dgm:cxn modelId="{7F395F15-CFB5-4903-B039-05CEE68B19A3}" type="presParOf" srcId="{63595451-ACB4-45CB-A6E6-4381A8AA32FC}" destId="{D4F27BC5-37CC-43F1-ABD4-96AD3B17346A}" srcOrd="2" destOrd="0" presId="urn:microsoft.com/office/officeart/2005/8/layout/vList2"/>
    <dgm:cxn modelId="{BBD4FE17-F7B6-4FB6-A06B-F73E952F7565}" type="presParOf" srcId="{63595451-ACB4-45CB-A6E6-4381A8AA32FC}" destId="{71AD4833-5757-4825-A8C8-5525D9A65EBA}" srcOrd="3" destOrd="0" presId="urn:microsoft.com/office/officeart/2005/8/layout/vList2"/>
    <dgm:cxn modelId="{7F446F27-6A3E-41A4-8A67-5172BE91350D}" type="presParOf" srcId="{63595451-ACB4-45CB-A6E6-4381A8AA32FC}" destId="{520A5F95-16EF-4A51-8C01-7382B3F97F70}" srcOrd="4" destOrd="0" presId="urn:microsoft.com/office/officeart/2005/8/layout/vList2"/>
    <dgm:cxn modelId="{8B72E2C6-30E2-4ED0-81D5-3431E698BE34}" type="presParOf" srcId="{63595451-ACB4-45CB-A6E6-4381A8AA32FC}" destId="{21709336-3252-49F8-8D62-89768F70F3B6}" srcOrd="5" destOrd="0" presId="urn:microsoft.com/office/officeart/2005/8/layout/vList2"/>
    <dgm:cxn modelId="{5AC30A43-BF12-43A1-8903-CD49C8864C3A}" type="presParOf" srcId="{63595451-ACB4-45CB-A6E6-4381A8AA32FC}" destId="{A01F56CB-B4BC-40BF-A297-D09D4B13E3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EC4FEC84-A2AB-4D2D-A89D-778AD21E5D57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C796C25-1650-4A16-80CD-7A6C1344CD34}">
      <dgm:prSet/>
      <dgm:spPr/>
      <dgm:t>
        <a:bodyPr/>
        <a:lstStyle/>
        <a:p>
          <a:pPr algn="ctr"/>
          <a:r>
            <a:rPr lang="en-US"/>
            <a:t>What is a Company in Tally?</a:t>
          </a:r>
        </a:p>
      </dgm:t>
    </dgm:pt>
    <dgm:pt modelId="{613C558C-CCAE-4F52-9FEC-0ABBF69092A6}" type="parTrans" cxnId="{1A8CDCF2-BC98-493E-86B6-12F30D4BAFC4}">
      <dgm:prSet/>
      <dgm:spPr/>
      <dgm:t>
        <a:bodyPr/>
        <a:lstStyle/>
        <a:p>
          <a:endParaRPr lang="en-US"/>
        </a:p>
      </dgm:t>
    </dgm:pt>
    <dgm:pt modelId="{6339EB81-CAF9-447E-84D1-DA3CB3040210}" type="sibTrans" cxnId="{1A8CDCF2-BC98-493E-86B6-12F30D4BAFC4}">
      <dgm:prSet/>
      <dgm:spPr/>
      <dgm:t>
        <a:bodyPr/>
        <a:lstStyle/>
        <a:p>
          <a:endParaRPr lang="en-US"/>
        </a:p>
      </dgm:t>
    </dgm:pt>
    <dgm:pt modelId="{A509B169-88E6-4AEB-A53E-D7BE761750FA}" type="pres">
      <dgm:prSet presAssocID="{EC4FEC84-A2AB-4D2D-A89D-778AD21E5D57}" presName="linear" presStyleCnt="0">
        <dgm:presLayoutVars>
          <dgm:animLvl val="lvl"/>
          <dgm:resizeHandles val="exact"/>
        </dgm:presLayoutVars>
      </dgm:prSet>
      <dgm:spPr/>
    </dgm:pt>
    <dgm:pt modelId="{91FD3179-4509-4FA3-9FA9-52E1518C61D9}" type="pres">
      <dgm:prSet presAssocID="{9C796C25-1650-4A16-80CD-7A6C1344CD3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B5255B3-B1A0-4A32-AC8C-DC228EC55D41}" type="presOf" srcId="{9C796C25-1650-4A16-80CD-7A6C1344CD34}" destId="{91FD3179-4509-4FA3-9FA9-52E1518C61D9}" srcOrd="0" destOrd="0" presId="urn:microsoft.com/office/officeart/2005/8/layout/vList2"/>
    <dgm:cxn modelId="{C43538BC-1269-4843-9C2B-0E120D17D525}" type="presOf" srcId="{EC4FEC84-A2AB-4D2D-A89D-778AD21E5D57}" destId="{A509B169-88E6-4AEB-A53E-D7BE761750FA}" srcOrd="0" destOrd="0" presId="urn:microsoft.com/office/officeart/2005/8/layout/vList2"/>
    <dgm:cxn modelId="{1A8CDCF2-BC98-493E-86B6-12F30D4BAFC4}" srcId="{EC4FEC84-A2AB-4D2D-A89D-778AD21E5D57}" destId="{9C796C25-1650-4A16-80CD-7A6C1344CD34}" srcOrd="0" destOrd="0" parTransId="{613C558C-CCAE-4F52-9FEC-0ABBF69092A6}" sibTransId="{6339EB81-CAF9-447E-84D1-DA3CB3040210}"/>
    <dgm:cxn modelId="{0CCCD5FB-7F9E-45DC-9B76-A085DE8FF946}" type="presParOf" srcId="{A509B169-88E6-4AEB-A53E-D7BE761750FA}" destId="{91FD3179-4509-4FA3-9FA9-52E1518C61D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5F70C9E-11C6-4874-BF08-87E7B061958B}" type="doc">
      <dgm:prSet loTypeId="urn:microsoft.com/office/officeart/2008/layout/VerticalCurvedList" loCatId="list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1F31D80F-24F3-4FA3-AF8D-94A0633CDAC0}">
      <dgm:prSet custT="1"/>
      <dgm:spPr/>
      <dgm:t>
        <a:bodyPr/>
        <a:lstStyle/>
        <a:p>
          <a:r>
            <a:rPr lang="en-US" sz="2800"/>
            <a:t>A company in Tally means a business account.</a:t>
          </a:r>
        </a:p>
      </dgm:t>
    </dgm:pt>
    <dgm:pt modelId="{194DD972-073A-41E6-AFA8-E459534ED1DB}" type="parTrans" cxnId="{D736B3CA-CC68-407A-B770-B7243C90E520}">
      <dgm:prSet/>
      <dgm:spPr/>
      <dgm:t>
        <a:bodyPr/>
        <a:lstStyle/>
        <a:p>
          <a:endParaRPr lang="en-US" sz="1200"/>
        </a:p>
      </dgm:t>
    </dgm:pt>
    <dgm:pt modelId="{8B5B5E6E-2539-43B2-803E-D7AF718E7AF0}" type="sibTrans" cxnId="{D736B3CA-CC68-407A-B770-B7243C90E520}">
      <dgm:prSet/>
      <dgm:spPr/>
      <dgm:t>
        <a:bodyPr/>
        <a:lstStyle/>
        <a:p>
          <a:endParaRPr lang="en-US" sz="1200"/>
        </a:p>
      </dgm:t>
    </dgm:pt>
    <dgm:pt modelId="{BF4BF9E3-2751-44FC-8978-D5348BB0454F}">
      <dgm:prSet custT="1"/>
      <dgm:spPr/>
      <dgm:t>
        <a:bodyPr/>
        <a:lstStyle/>
        <a:p>
          <a:r>
            <a:rPr lang="en-US" sz="2800" dirty="0"/>
            <a:t>All accounting data is stored inside a company.</a:t>
          </a:r>
        </a:p>
      </dgm:t>
    </dgm:pt>
    <dgm:pt modelId="{608AB6F3-909D-4F6B-995F-3512FF4D0B19}" type="parTrans" cxnId="{8C7F77CD-C34D-4A8A-BE61-DC3943B5DD18}">
      <dgm:prSet/>
      <dgm:spPr/>
      <dgm:t>
        <a:bodyPr/>
        <a:lstStyle/>
        <a:p>
          <a:endParaRPr lang="en-US" sz="1200"/>
        </a:p>
      </dgm:t>
    </dgm:pt>
    <dgm:pt modelId="{E7F5182D-F10D-42F1-AF74-AFE81B25631B}" type="sibTrans" cxnId="{8C7F77CD-C34D-4A8A-BE61-DC3943B5DD18}">
      <dgm:prSet/>
      <dgm:spPr/>
      <dgm:t>
        <a:bodyPr/>
        <a:lstStyle/>
        <a:p>
          <a:endParaRPr lang="en-US" sz="1200"/>
        </a:p>
      </dgm:t>
    </dgm:pt>
    <dgm:pt modelId="{05EA84C7-50C1-49F4-A13D-5F40450D0B80}">
      <dgm:prSet custT="1"/>
      <dgm:spPr/>
      <dgm:t>
        <a:bodyPr/>
        <a:lstStyle/>
        <a:p>
          <a:r>
            <a:rPr lang="en-US" sz="2800"/>
            <a:t>Each business needs a separate company.</a:t>
          </a:r>
        </a:p>
      </dgm:t>
    </dgm:pt>
    <dgm:pt modelId="{33422FE9-D4C8-491F-8285-29943A1DDA25}" type="parTrans" cxnId="{74F9DA6B-BEFB-45DA-8072-3BD0163CB74D}">
      <dgm:prSet/>
      <dgm:spPr/>
      <dgm:t>
        <a:bodyPr/>
        <a:lstStyle/>
        <a:p>
          <a:endParaRPr lang="en-US" sz="1200"/>
        </a:p>
      </dgm:t>
    </dgm:pt>
    <dgm:pt modelId="{C32DFB08-827E-4090-91F1-32D66378EBA2}" type="sibTrans" cxnId="{74F9DA6B-BEFB-45DA-8072-3BD0163CB74D}">
      <dgm:prSet/>
      <dgm:spPr/>
      <dgm:t>
        <a:bodyPr/>
        <a:lstStyle/>
        <a:p>
          <a:endParaRPr lang="en-US" sz="1200"/>
        </a:p>
      </dgm:t>
    </dgm:pt>
    <dgm:pt modelId="{AFBF3616-0B04-426E-B1AE-FE5CF1631958}" type="pres">
      <dgm:prSet presAssocID="{25F70C9E-11C6-4874-BF08-87E7B061958B}" presName="Name0" presStyleCnt="0">
        <dgm:presLayoutVars>
          <dgm:chMax val="7"/>
          <dgm:chPref val="7"/>
          <dgm:dir/>
        </dgm:presLayoutVars>
      </dgm:prSet>
      <dgm:spPr/>
    </dgm:pt>
    <dgm:pt modelId="{927DED1F-EA77-4FC4-8A6B-F853F0C3F27A}" type="pres">
      <dgm:prSet presAssocID="{25F70C9E-11C6-4874-BF08-87E7B061958B}" presName="Name1" presStyleCnt="0"/>
      <dgm:spPr/>
    </dgm:pt>
    <dgm:pt modelId="{4813B55F-4A40-4540-A8F8-43C4838927E8}" type="pres">
      <dgm:prSet presAssocID="{25F70C9E-11C6-4874-BF08-87E7B061958B}" presName="cycle" presStyleCnt="0"/>
      <dgm:spPr/>
    </dgm:pt>
    <dgm:pt modelId="{6D0B49AE-1A7A-4934-9E79-29D99590A30B}" type="pres">
      <dgm:prSet presAssocID="{25F70C9E-11C6-4874-BF08-87E7B061958B}" presName="srcNode" presStyleLbl="node1" presStyleIdx="0" presStyleCnt="3"/>
      <dgm:spPr/>
    </dgm:pt>
    <dgm:pt modelId="{D447D075-85EF-49B1-B658-05AFCBCB8B16}" type="pres">
      <dgm:prSet presAssocID="{25F70C9E-11C6-4874-BF08-87E7B061958B}" presName="conn" presStyleLbl="parChTrans1D2" presStyleIdx="0" presStyleCnt="1"/>
      <dgm:spPr/>
    </dgm:pt>
    <dgm:pt modelId="{A6A7DC30-6E0C-43A2-BB6B-6AD9FA0661C6}" type="pres">
      <dgm:prSet presAssocID="{25F70C9E-11C6-4874-BF08-87E7B061958B}" presName="extraNode" presStyleLbl="node1" presStyleIdx="0" presStyleCnt="3"/>
      <dgm:spPr/>
    </dgm:pt>
    <dgm:pt modelId="{69FFD67B-3023-4146-B863-A04104045789}" type="pres">
      <dgm:prSet presAssocID="{25F70C9E-11C6-4874-BF08-87E7B061958B}" presName="dstNode" presStyleLbl="node1" presStyleIdx="0" presStyleCnt="3"/>
      <dgm:spPr/>
    </dgm:pt>
    <dgm:pt modelId="{0C316BDC-C20A-45D9-BECD-BFEEC9D8FCA2}" type="pres">
      <dgm:prSet presAssocID="{1F31D80F-24F3-4FA3-AF8D-94A0633CDAC0}" presName="text_1" presStyleLbl="node1" presStyleIdx="0" presStyleCnt="3">
        <dgm:presLayoutVars>
          <dgm:bulletEnabled val="1"/>
        </dgm:presLayoutVars>
      </dgm:prSet>
      <dgm:spPr/>
    </dgm:pt>
    <dgm:pt modelId="{CF63B93A-DFC7-4B42-9300-BA1A1A006224}" type="pres">
      <dgm:prSet presAssocID="{1F31D80F-24F3-4FA3-AF8D-94A0633CDAC0}" presName="accent_1" presStyleCnt="0"/>
      <dgm:spPr/>
    </dgm:pt>
    <dgm:pt modelId="{E4EC9BA0-4A18-41B4-822A-2CEDF42B73E9}" type="pres">
      <dgm:prSet presAssocID="{1F31D80F-24F3-4FA3-AF8D-94A0633CDAC0}" presName="accentRepeatNode" presStyleLbl="solidFgAcc1" presStyleIdx="0" presStyleCnt="3"/>
      <dgm:spPr/>
    </dgm:pt>
    <dgm:pt modelId="{29F670D8-E93B-4EDD-B9A3-92212F3904EC}" type="pres">
      <dgm:prSet presAssocID="{BF4BF9E3-2751-44FC-8978-D5348BB0454F}" presName="text_2" presStyleLbl="node1" presStyleIdx="1" presStyleCnt="3">
        <dgm:presLayoutVars>
          <dgm:bulletEnabled val="1"/>
        </dgm:presLayoutVars>
      </dgm:prSet>
      <dgm:spPr/>
    </dgm:pt>
    <dgm:pt modelId="{878D584E-DF84-4CF0-8379-17D5865EB611}" type="pres">
      <dgm:prSet presAssocID="{BF4BF9E3-2751-44FC-8978-D5348BB0454F}" presName="accent_2" presStyleCnt="0"/>
      <dgm:spPr/>
    </dgm:pt>
    <dgm:pt modelId="{FF43F9FE-1FD0-4528-B076-7393EED374AE}" type="pres">
      <dgm:prSet presAssocID="{BF4BF9E3-2751-44FC-8978-D5348BB0454F}" presName="accentRepeatNode" presStyleLbl="solidFgAcc1" presStyleIdx="1" presStyleCnt="3"/>
      <dgm:spPr/>
    </dgm:pt>
    <dgm:pt modelId="{7BA89680-8246-47A7-8D29-C5A674E3FFB4}" type="pres">
      <dgm:prSet presAssocID="{05EA84C7-50C1-49F4-A13D-5F40450D0B80}" presName="text_3" presStyleLbl="node1" presStyleIdx="2" presStyleCnt="3">
        <dgm:presLayoutVars>
          <dgm:bulletEnabled val="1"/>
        </dgm:presLayoutVars>
      </dgm:prSet>
      <dgm:spPr/>
    </dgm:pt>
    <dgm:pt modelId="{C30381B1-50F4-4499-A336-FB758F489DCE}" type="pres">
      <dgm:prSet presAssocID="{05EA84C7-50C1-49F4-A13D-5F40450D0B80}" presName="accent_3" presStyleCnt="0"/>
      <dgm:spPr/>
    </dgm:pt>
    <dgm:pt modelId="{617E7146-3BDC-4F8E-B534-ED4CC6B25020}" type="pres">
      <dgm:prSet presAssocID="{05EA84C7-50C1-49F4-A13D-5F40450D0B80}" presName="accentRepeatNode" presStyleLbl="solidFgAcc1" presStyleIdx="2" presStyleCnt="3"/>
      <dgm:spPr/>
    </dgm:pt>
  </dgm:ptLst>
  <dgm:cxnLst>
    <dgm:cxn modelId="{48023E33-3DEB-4729-908F-AA6A47735FC7}" type="presOf" srcId="{BF4BF9E3-2751-44FC-8978-D5348BB0454F}" destId="{29F670D8-E93B-4EDD-B9A3-92212F3904EC}" srcOrd="0" destOrd="0" presId="urn:microsoft.com/office/officeart/2008/layout/VerticalCurvedList"/>
    <dgm:cxn modelId="{BEEFD041-8450-4A58-965C-5409A92F6D4F}" type="presOf" srcId="{05EA84C7-50C1-49F4-A13D-5F40450D0B80}" destId="{7BA89680-8246-47A7-8D29-C5A674E3FFB4}" srcOrd="0" destOrd="0" presId="urn:microsoft.com/office/officeart/2008/layout/VerticalCurvedList"/>
    <dgm:cxn modelId="{74F9DA6B-BEFB-45DA-8072-3BD0163CB74D}" srcId="{25F70C9E-11C6-4874-BF08-87E7B061958B}" destId="{05EA84C7-50C1-49F4-A13D-5F40450D0B80}" srcOrd="2" destOrd="0" parTransId="{33422FE9-D4C8-491F-8285-29943A1DDA25}" sibTransId="{C32DFB08-827E-4090-91F1-32D66378EBA2}"/>
    <dgm:cxn modelId="{02CDE54B-11E8-46A0-BAD8-56645A80CAF7}" type="presOf" srcId="{1F31D80F-24F3-4FA3-AF8D-94A0633CDAC0}" destId="{0C316BDC-C20A-45D9-BECD-BFEEC9D8FCA2}" srcOrd="0" destOrd="0" presId="urn:microsoft.com/office/officeart/2008/layout/VerticalCurvedList"/>
    <dgm:cxn modelId="{1AF6FD81-6675-48D6-8FEC-DA1ED4789332}" type="presOf" srcId="{8B5B5E6E-2539-43B2-803E-D7AF718E7AF0}" destId="{D447D075-85EF-49B1-B658-05AFCBCB8B16}" srcOrd="0" destOrd="0" presId="urn:microsoft.com/office/officeart/2008/layout/VerticalCurvedList"/>
    <dgm:cxn modelId="{35AFD7C0-AB3D-48FD-8A12-D4F239A30640}" type="presOf" srcId="{25F70C9E-11C6-4874-BF08-87E7B061958B}" destId="{AFBF3616-0B04-426E-B1AE-FE5CF1631958}" srcOrd="0" destOrd="0" presId="urn:microsoft.com/office/officeart/2008/layout/VerticalCurvedList"/>
    <dgm:cxn modelId="{D736B3CA-CC68-407A-B770-B7243C90E520}" srcId="{25F70C9E-11C6-4874-BF08-87E7B061958B}" destId="{1F31D80F-24F3-4FA3-AF8D-94A0633CDAC0}" srcOrd="0" destOrd="0" parTransId="{194DD972-073A-41E6-AFA8-E459534ED1DB}" sibTransId="{8B5B5E6E-2539-43B2-803E-D7AF718E7AF0}"/>
    <dgm:cxn modelId="{8C7F77CD-C34D-4A8A-BE61-DC3943B5DD18}" srcId="{25F70C9E-11C6-4874-BF08-87E7B061958B}" destId="{BF4BF9E3-2751-44FC-8978-D5348BB0454F}" srcOrd="1" destOrd="0" parTransId="{608AB6F3-909D-4F6B-995F-3512FF4D0B19}" sibTransId="{E7F5182D-F10D-42F1-AF74-AFE81B25631B}"/>
    <dgm:cxn modelId="{63DD6A85-2CB6-4BB2-A575-B3FDAED26F81}" type="presParOf" srcId="{AFBF3616-0B04-426E-B1AE-FE5CF1631958}" destId="{927DED1F-EA77-4FC4-8A6B-F853F0C3F27A}" srcOrd="0" destOrd="0" presId="urn:microsoft.com/office/officeart/2008/layout/VerticalCurvedList"/>
    <dgm:cxn modelId="{2E43F721-C76F-4813-B0FA-4A44BF0890BC}" type="presParOf" srcId="{927DED1F-EA77-4FC4-8A6B-F853F0C3F27A}" destId="{4813B55F-4A40-4540-A8F8-43C4838927E8}" srcOrd="0" destOrd="0" presId="urn:microsoft.com/office/officeart/2008/layout/VerticalCurvedList"/>
    <dgm:cxn modelId="{1FC89FFC-1CBD-420E-B4E2-3E926CBF2349}" type="presParOf" srcId="{4813B55F-4A40-4540-A8F8-43C4838927E8}" destId="{6D0B49AE-1A7A-4934-9E79-29D99590A30B}" srcOrd="0" destOrd="0" presId="urn:microsoft.com/office/officeart/2008/layout/VerticalCurvedList"/>
    <dgm:cxn modelId="{1AE0E375-458F-4FE7-8F8F-96D90AB5AA91}" type="presParOf" srcId="{4813B55F-4A40-4540-A8F8-43C4838927E8}" destId="{D447D075-85EF-49B1-B658-05AFCBCB8B16}" srcOrd="1" destOrd="0" presId="urn:microsoft.com/office/officeart/2008/layout/VerticalCurvedList"/>
    <dgm:cxn modelId="{BDDF003D-1B3E-4E50-811E-2F30946237A2}" type="presParOf" srcId="{4813B55F-4A40-4540-A8F8-43C4838927E8}" destId="{A6A7DC30-6E0C-43A2-BB6B-6AD9FA0661C6}" srcOrd="2" destOrd="0" presId="urn:microsoft.com/office/officeart/2008/layout/VerticalCurvedList"/>
    <dgm:cxn modelId="{4289688B-4E49-4F5C-B036-3D7B68EFE778}" type="presParOf" srcId="{4813B55F-4A40-4540-A8F8-43C4838927E8}" destId="{69FFD67B-3023-4146-B863-A04104045789}" srcOrd="3" destOrd="0" presId="urn:microsoft.com/office/officeart/2008/layout/VerticalCurvedList"/>
    <dgm:cxn modelId="{8BD8217C-636D-4B7B-8E77-EA712AC5229A}" type="presParOf" srcId="{927DED1F-EA77-4FC4-8A6B-F853F0C3F27A}" destId="{0C316BDC-C20A-45D9-BECD-BFEEC9D8FCA2}" srcOrd="1" destOrd="0" presId="urn:microsoft.com/office/officeart/2008/layout/VerticalCurvedList"/>
    <dgm:cxn modelId="{333B6BB8-7FB4-4119-8378-34951C2FC85E}" type="presParOf" srcId="{927DED1F-EA77-4FC4-8A6B-F853F0C3F27A}" destId="{CF63B93A-DFC7-4B42-9300-BA1A1A006224}" srcOrd="2" destOrd="0" presId="urn:microsoft.com/office/officeart/2008/layout/VerticalCurvedList"/>
    <dgm:cxn modelId="{74947E92-C633-4355-A33E-828A436E3063}" type="presParOf" srcId="{CF63B93A-DFC7-4B42-9300-BA1A1A006224}" destId="{E4EC9BA0-4A18-41B4-822A-2CEDF42B73E9}" srcOrd="0" destOrd="0" presId="urn:microsoft.com/office/officeart/2008/layout/VerticalCurvedList"/>
    <dgm:cxn modelId="{AAB7BF60-6A8F-424F-AA9F-164CC35102F5}" type="presParOf" srcId="{927DED1F-EA77-4FC4-8A6B-F853F0C3F27A}" destId="{29F670D8-E93B-4EDD-B9A3-92212F3904EC}" srcOrd="3" destOrd="0" presId="urn:microsoft.com/office/officeart/2008/layout/VerticalCurvedList"/>
    <dgm:cxn modelId="{6A12E9BD-F2C5-45C6-987A-C2884A3A5E8D}" type="presParOf" srcId="{927DED1F-EA77-4FC4-8A6B-F853F0C3F27A}" destId="{878D584E-DF84-4CF0-8379-17D5865EB611}" srcOrd="4" destOrd="0" presId="urn:microsoft.com/office/officeart/2008/layout/VerticalCurvedList"/>
    <dgm:cxn modelId="{595C62C5-A687-4E39-ACA4-BC6F79CAD9B3}" type="presParOf" srcId="{878D584E-DF84-4CF0-8379-17D5865EB611}" destId="{FF43F9FE-1FD0-4528-B076-7393EED374AE}" srcOrd="0" destOrd="0" presId="urn:microsoft.com/office/officeart/2008/layout/VerticalCurvedList"/>
    <dgm:cxn modelId="{AB2FB311-3652-4764-BCB2-61BE56419F7B}" type="presParOf" srcId="{927DED1F-EA77-4FC4-8A6B-F853F0C3F27A}" destId="{7BA89680-8246-47A7-8D29-C5A674E3FFB4}" srcOrd="5" destOrd="0" presId="urn:microsoft.com/office/officeart/2008/layout/VerticalCurvedList"/>
    <dgm:cxn modelId="{C3B910B0-BC36-4EDB-A97F-3F78A980DBB4}" type="presParOf" srcId="{927DED1F-EA77-4FC4-8A6B-F853F0C3F27A}" destId="{C30381B1-50F4-4499-A336-FB758F489DCE}" srcOrd="6" destOrd="0" presId="urn:microsoft.com/office/officeart/2008/layout/VerticalCurvedList"/>
    <dgm:cxn modelId="{9C974493-1172-4FCC-A178-46B976B37124}" type="presParOf" srcId="{C30381B1-50F4-4499-A336-FB758F489DCE}" destId="{617E7146-3BDC-4F8E-B534-ED4CC6B2502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8061273-4518-4A6D-ABA9-55056904D846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4391F29-DC01-40DB-B49A-A64F848FFDDE}">
      <dgm:prSet custT="1"/>
      <dgm:spPr/>
      <dgm:t>
        <a:bodyPr/>
        <a:lstStyle/>
        <a:p>
          <a:pPr algn="ctr"/>
          <a:r>
            <a:rPr lang="en-US" sz="5400"/>
            <a:t>Company Info Menu</a:t>
          </a:r>
        </a:p>
      </dgm:t>
    </dgm:pt>
    <dgm:pt modelId="{DB3D8A25-A25F-4D78-9F75-D18EF61B773D}" type="parTrans" cxnId="{4AFABD1C-F4AD-42C0-BC85-7F7620343899}">
      <dgm:prSet/>
      <dgm:spPr/>
      <dgm:t>
        <a:bodyPr/>
        <a:lstStyle/>
        <a:p>
          <a:endParaRPr lang="en-US"/>
        </a:p>
      </dgm:t>
    </dgm:pt>
    <dgm:pt modelId="{596B213F-2F69-4BB7-BFD1-BB8B07C653D8}" type="sibTrans" cxnId="{4AFABD1C-F4AD-42C0-BC85-7F7620343899}">
      <dgm:prSet/>
      <dgm:spPr/>
      <dgm:t>
        <a:bodyPr/>
        <a:lstStyle/>
        <a:p>
          <a:endParaRPr lang="en-US"/>
        </a:p>
      </dgm:t>
    </dgm:pt>
    <dgm:pt modelId="{190C637F-875F-45BE-8B6A-855F1A1447A0}" type="pres">
      <dgm:prSet presAssocID="{48061273-4518-4A6D-ABA9-55056904D846}" presName="linear" presStyleCnt="0">
        <dgm:presLayoutVars>
          <dgm:animLvl val="lvl"/>
          <dgm:resizeHandles val="exact"/>
        </dgm:presLayoutVars>
      </dgm:prSet>
      <dgm:spPr/>
    </dgm:pt>
    <dgm:pt modelId="{9112B921-7EB4-4C41-B0C1-C0B059930615}" type="pres">
      <dgm:prSet presAssocID="{54391F29-DC01-40DB-B49A-A64F848FFDD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AFABD1C-F4AD-42C0-BC85-7F7620343899}" srcId="{48061273-4518-4A6D-ABA9-55056904D846}" destId="{54391F29-DC01-40DB-B49A-A64F848FFDDE}" srcOrd="0" destOrd="0" parTransId="{DB3D8A25-A25F-4D78-9F75-D18EF61B773D}" sibTransId="{596B213F-2F69-4BB7-BFD1-BB8B07C653D8}"/>
    <dgm:cxn modelId="{B7396531-0C1E-49D4-BE57-376752EFD0B7}" type="presOf" srcId="{48061273-4518-4A6D-ABA9-55056904D846}" destId="{190C637F-875F-45BE-8B6A-855F1A1447A0}" srcOrd="0" destOrd="0" presId="urn:microsoft.com/office/officeart/2005/8/layout/vList2"/>
    <dgm:cxn modelId="{D7E75DAA-5879-4F39-953B-8DBACBF7AD11}" type="presOf" srcId="{54391F29-DC01-40DB-B49A-A64F848FFDDE}" destId="{9112B921-7EB4-4C41-B0C1-C0B059930615}" srcOrd="0" destOrd="0" presId="urn:microsoft.com/office/officeart/2005/8/layout/vList2"/>
    <dgm:cxn modelId="{5B9F6365-5E2F-4DDC-89D9-C2E442E506DF}" type="presParOf" srcId="{190C637F-875F-45BE-8B6A-855F1A1447A0}" destId="{9112B921-7EB4-4C41-B0C1-C0B05993061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1CDFF3E-9713-4428-9F30-49551023471E}" type="doc">
      <dgm:prSet loTypeId="urn:microsoft.com/office/officeart/2005/8/layout/vList2" loCatId="list" qsTypeId="urn:microsoft.com/office/officeart/2005/8/quickstyle/3d4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A8A2DF7F-B897-44D6-B4B0-A739FE9244B7}">
      <dgm:prSet/>
      <dgm:spPr/>
      <dgm:t>
        <a:bodyPr/>
        <a:lstStyle/>
        <a:p>
          <a:r>
            <a:rPr lang="en-US"/>
            <a:t>Create Company – to create a new business</a:t>
          </a:r>
        </a:p>
      </dgm:t>
    </dgm:pt>
    <dgm:pt modelId="{F10D5330-D004-4BEC-B20B-2020EF2DFE60}" type="parTrans" cxnId="{0F65B56A-FCCC-4186-A7BF-C573334EDCF8}">
      <dgm:prSet/>
      <dgm:spPr/>
      <dgm:t>
        <a:bodyPr/>
        <a:lstStyle/>
        <a:p>
          <a:endParaRPr lang="en-US"/>
        </a:p>
      </dgm:t>
    </dgm:pt>
    <dgm:pt modelId="{361421E0-7544-42CD-8FC7-F580815C168F}" type="sibTrans" cxnId="{0F65B56A-FCCC-4186-A7BF-C573334EDCF8}">
      <dgm:prSet/>
      <dgm:spPr/>
      <dgm:t>
        <a:bodyPr/>
        <a:lstStyle/>
        <a:p>
          <a:endParaRPr lang="en-US"/>
        </a:p>
      </dgm:t>
    </dgm:pt>
    <dgm:pt modelId="{C528FB55-FBA7-435F-8B9C-D44EAD453E4B}">
      <dgm:prSet/>
      <dgm:spPr/>
      <dgm:t>
        <a:bodyPr/>
        <a:lstStyle/>
        <a:p>
          <a:r>
            <a:rPr lang="en-US" dirty="0"/>
            <a:t>Alter Company – to modify company details</a:t>
          </a:r>
        </a:p>
      </dgm:t>
    </dgm:pt>
    <dgm:pt modelId="{CBED9230-C114-40EB-996C-36C9D8F74D53}" type="parTrans" cxnId="{C3E30705-F09F-4915-8765-54EDF32A8996}">
      <dgm:prSet/>
      <dgm:spPr/>
      <dgm:t>
        <a:bodyPr/>
        <a:lstStyle/>
        <a:p>
          <a:endParaRPr lang="en-US"/>
        </a:p>
      </dgm:t>
    </dgm:pt>
    <dgm:pt modelId="{5930D085-B4BC-4EE6-9806-971FF34A947E}" type="sibTrans" cxnId="{C3E30705-F09F-4915-8765-54EDF32A8996}">
      <dgm:prSet/>
      <dgm:spPr/>
      <dgm:t>
        <a:bodyPr/>
        <a:lstStyle/>
        <a:p>
          <a:endParaRPr lang="en-US"/>
        </a:p>
      </dgm:t>
    </dgm:pt>
    <dgm:pt modelId="{B9A93682-B68E-4DB1-8BE8-C37374A1B3A6}">
      <dgm:prSet/>
      <dgm:spPr/>
      <dgm:t>
        <a:bodyPr/>
        <a:lstStyle/>
        <a:p>
          <a:r>
            <a:rPr lang="en-US"/>
            <a:t>Select Company – to open an existing company</a:t>
          </a:r>
        </a:p>
      </dgm:t>
    </dgm:pt>
    <dgm:pt modelId="{959AC28D-26ED-41E9-BDBD-A0CC85E5EBA2}" type="parTrans" cxnId="{C4BFA8A8-3B54-4727-8AD9-1D4E9E3EA373}">
      <dgm:prSet/>
      <dgm:spPr/>
      <dgm:t>
        <a:bodyPr/>
        <a:lstStyle/>
        <a:p>
          <a:endParaRPr lang="en-US"/>
        </a:p>
      </dgm:t>
    </dgm:pt>
    <dgm:pt modelId="{0C74401B-105A-4490-8331-5854328E5A45}" type="sibTrans" cxnId="{C4BFA8A8-3B54-4727-8AD9-1D4E9E3EA373}">
      <dgm:prSet/>
      <dgm:spPr/>
      <dgm:t>
        <a:bodyPr/>
        <a:lstStyle/>
        <a:p>
          <a:endParaRPr lang="en-US"/>
        </a:p>
      </dgm:t>
    </dgm:pt>
    <dgm:pt modelId="{8A21A685-08E2-4C2B-A00C-22FF2A3356EE}">
      <dgm:prSet/>
      <dgm:spPr/>
      <dgm:t>
        <a:bodyPr/>
        <a:lstStyle/>
        <a:p>
          <a:r>
            <a:rPr lang="en-US" dirty="0"/>
            <a:t>Shut Company – to close an open company</a:t>
          </a:r>
        </a:p>
      </dgm:t>
    </dgm:pt>
    <dgm:pt modelId="{1D35FE2C-6F9D-45F4-9C0C-18508E9209F1}" type="parTrans" cxnId="{A81A94F4-6270-4A12-B70E-B31545A91238}">
      <dgm:prSet/>
      <dgm:spPr/>
      <dgm:t>
        <a:bodyPr/>
        <a:lstStyle/>
        <a:p>
          <a:endParaRPr lang="en-US"/>
        </a:p>
      </dgm:t>
    </dgm:pt>
    <dgm:pt modelId="{780E8C6B-F9DC-417C-AD4F-B822EB4EAFF1}" type="sibTrans" cxnId="{A81A94F4-6270-4A12-B70E-B31545A91238}">
      <dgm:prSet/>
      <dgm:spPr/>
      <dgm:t>
        <a:bodyPr/>
        <a:lstStyle/>
        <a:p>
          <a:endParaRPr lang="en-US"/>
        </a:p>
      </dgm:t>
    </dgm:pt>
    <dgm:pt modelId="{C5A725B4-F021-4EDE-8A7D-B0807D4419A8}" type="pres">
      <dgm:prSet presAssocID="{C1CDFF3E-9713-4428-9F30-49551023471E}" presName="linear" presStyleCnt="0">
        <dgm:presLayoutVars>
          <dgm:animLvl val="lvl"/>
          <dgm:resizeHandles val="exact"/>
        </dgm:presLayoutVars>
      </dgm:prSet>
      <dgm:spPr/>
    </dgm:pt>
    <dgm:pt modelId="{20A032E2-3B7E-4AE3-BEB0-7A196DEAC714}" type="pres">
      <dgm:prSet presAssocID="{A8A2DF7F-B897-44D6-B4B0-A739FE9244B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501024-0874-473D-A8FB-008941C33777}" type="pres">
      <dgm:prSet presAssocID="{361421E0-7544-42CD-8FC7-F580815C168F}" presName="spacer" presStyleCnt="0"/>
      <dgm:spPr/>
    </dgm:pt>
    <dgm:pt modelId="{48B15204-3DB4-4162-B637-F63D5A135DB8}" type="pres">
      <dgm:prSet presAssocID="{C528FB55-FBA7-435F-8B9C-D44EAD453E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3C99E65-0D1D-453E-A52B-D9844DDAD127}" type="pres">
      <dgm:prSet presAssocID="{5930D085-B4BC-4EE6-9806-971FF34A947E}" presName="spacer" presStyleCnt="0"/>
      <dgm:spPr/>
    </dgm:pt>
    <dgm:pt modelId="{9BAA3A8E-3DBC-4903-A2F4-658F6116AD7B}" type="pres">
      <dgm:prSet presAssocID="{B9A93682-B68E-4DB1-8BE8-C37374A1B3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489923C-A587-45E8-B63B-C29B5A6DF518}" type="pres">
      <dgm:prSet presAssocID="{0C74401B-105A-4490-8331-5854328E5A45}" presName="spacer" presStyleCnt="0"/>
      <dgm:spPr/>
    </dgm:pt>
    <dgm:pt modelId="{098BA2B0-A43C-4B6C-8E22-A32E3F53EA63}" type="pres">
      <dgm:prSet presAssocID="{8A21A685-08E2-4C2B-A00C-22FF2A3356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E30705-F09F-4915-8765-54EDF32A8996}" srcId="{C1CDFF3E-9713-4428-9F30-49551023471E}" destId="{C528FB55-FBA7-435F-8B9C-D44EAD453E4B}" srcOrd="1" destOrd="0" parTransId="{CBED9230-C114-40EB-996C-36C9D8F74D53}" sibTransId="{5930D085-B4BC-4EE6-9806-971FF34A947E}"/>
    <dgm:cxn modelId="{67A54F41-654D-4EB6-A818-0125B91B029E}" type="presOf" srcId="{A8A2DF7F-B897-44D6-B4B0-A739FE9244B7}" destId="{20A032E2-3B7E-4AE3-BEB0-7A196DEAC714}" srcOrd="0" destOrd="0" presId="urn:microsoft.com/office/officeart/2005/8/layout/vList2"/>
    <dgm:cxn modelId="{0F65B56A-FCCC-4186-A7BF-C573334EDCF8}" srcId="{C1CDFF3E-9713-4428-9F30-49551023471E}" destId="{A8A2DF7F-B897-44D6-B4B0-A739FE9244B7}" srcOrd="0" destOrd="0" parTransId="{F10D5330-D004-4BEC-B20B-2020EF2DFE60}" sibTransId="{361421E0-7544-42CD-8FC7-F580815C168F}"/>
    <dgm:cxn modelId="{C4BFA8A8-3B54-4727-8AD9-1D4E9E3EA373}" srcId="{C1CDFF3E-9713-4428-9F30-49551023471E}" destId="{B9A93682-B68E-4DB1-8BE8-C37374A1B3A6}" srcOrd="2" destOrd="0" parTransId="{959AC28D-26ED-41E9-BDBD-A0CC85E5EBA2}" sibTransId="{0C74401B-105A-4490-8331-5854328E5A45}"/>
    <dgm:cxn modelId="{B7A82CAA-A49A-416C-B5E9-F07F79A793D3}" type="presOf" srcId="{C1CDFF3E-9713-4428-9F30-49551023471E}" destId="{C5A725B4-F021-4EDE-8A7D-B0807D4419A8}" srcOrd="0" destOrd="0" presId="urn:microsoft.com/office/officeart/2005/8/layout/vList2"/>
    <dgm:cxn modelId="{50E9D6B3-C613-4479-A013-766D11F6B1B5}" type="presOf" srcId="{8A21A685-08E2-4C2B-A00C-22FF2A3356EE}" destId="{098BA2B0-A43C-4B6C-8E22-A32E3F53EA63}" srcOrd="0" destOrd="0" presId="urn:microsoft.com/office/officeart/2005/8/layout/vList2"/>
    <dgm:cxn modelId="{891C17C7-62AA-49A3-A0B4-E3E14017359F}" type="presOf" srcId="{B9A93682-B68E-4DB1-8BE8-C37374A1B3A6}" destId="{9BAA3A8E-3DBC-4903-A2F4-658F6116AD7B}" srcOrd="0" destOrd="0" presId="urn:microsoft.com/office/officeart/2005/8/layout/vList2"/>
    <dgm:cxn modelId="{3E79DFCC-D754-4392-BB80-174EE32136AC}" type="presOf" srcId="{C528FB55-FBA7-435F-8B9C-D44EAD453E4B}" destId="{48B15204-3DB4-4162-B637-F63D5A135DB8}" srcOrd="0" destOrd="0" presId="urn:microsoft.com/office/officeart/2005/8/layout/vList2"/>
    <dgm:cxn modelId="{A81A94F4-6270-4A12-B70E-B31545A91238}" srcId="{C1CDFF3E-9713-4428-9F30-49551023471E}" destId="{8A21A685-08E2-4C2B-A00C-22FF2A3356EE}" srcOrd="3" destOrd="0" parTransId="{1D35FE2C-6F9D-45F4-9C0C-18508E9209F1}" sibTransId="{780E8C6B-F9DC-417C-AD4F-B822EB4EAFF1}"/>
    <dgm:cxn modelId="{97EFC0B7-A3B0-44D2-88A9-80E953EC8BA3}" type="presParOf" srcId="{C5A725B4-F021-4EDE-8A7D-B0807D4419A8}" destId="{20A032E2-3B7E-4AE3-BEB0-7A196DEAC714}" srcOrd="0" destOrd="0" presId="urn:microsoft.com/office/officeart/2005/8/layout/vList2"/>
    <dgm:cxn modelId="{0928062A-6DC3-4B26-8FB0-C1B70EE86429}" type="presParOf" srcId="{C5A725B4-F021-4EDE-8A7D-B0807D4419A8}" destId="{C8501024-0874-473D-A8FB-008941C33777}" srcOrd="1" destOrd="0" presId="urn:microsoft.com/office/officeart/2005/8/layout/vList2"/>
    <dgm:cxn modelId="{01FDC44E-8BA9-4FE3-B3A8-0F01C6C0985F}" type="presParOf" srcId="{C5A725B4-F021-4EDE-8A7D-B0807D4419A8}" destId="{48B15204-3DB4-4162-B637-F63D5A135DB8}" srcOrd="2" destOrd="0" presId="urn:microsoft.com/office/officeart/2005/8/layout/vList2"/>
    <dgm:cxn modelId="{19C4E8D6-B8CB-4B39-A3D3-0DE3F40F705C}" type="presParOf" srcId="{C5A725B4-F021-4EDE-8A7D-B0807D4419A8}" destId="{D3C99E65-0D1D-453E-A52B-D9844DDAD127}" srcOrd="3" destOrd="0" presId="urn:microsoft.com/office/officeart/2005/8/layout/vList2"/>
    <dgm:cxn modelId="{DDD11B2C-1706-4A36-9661-196B83734A02}" type="presParOf" srcId="{C5A725B4-F021-4EDE-8A7D-B0807D4419A8}" destId="{9BAA3A8E-3DBC-4903-A2F4-658F6116AD7B}" srcOrd="4" destOrd="0" presId="urn:microsoft.com/office/officeart/2005/8/layout/vList2"/>
    <dgm:cxn modelId="{EA7609F0-F993-4D80-BB8D-95C40600A19B}" type="presParOf" srcId="{C5A725B4-F021-4EDE-8A7D-B0807D4419A8}" destId="{2489923C-A587-45E8-B63B-C29B5A6DF518}" srcOrd="5" destOrd="0" presId="urn:microsoft.com/office/officeart/2005/8/layout/vList2"/>
    <dgm:cxn modelId="{0AF096B5-E555-44DA-A538-7F062E10B11F}" type="presParOf" srcId="{C5A725B4-F021-4EDE-8A7D-B0807D4419A8}" destId="{098BA2B0-A43C-4B6C-8E22-A32E3F53EA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2719566-87D0-4C16-B659-2CF828CD14A5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ADAF2C1-C7ED-4FC5-A6F6-5075C9286126}">
      <dgm:prSet/>
      <dgm:spPr/>
      <dgm:t>
        <a:bodyPr/>
        <a:lstStyle/>
        <a:p>
          <a:pPr algn="ctr"/>
          <a:r>
            <a:rPr lang="en-US"/>
            <a:t>Create Company – Step by Step</a:t>
          </a:r>
        </a:p>
      </dgm:t>
    </dgm:pt>
    <dgm:pt modelId="{AC62E310-C33F-442C-8525-AB464E5FE7F2}" type="parTrans" cxnId="{76EE4660-8C13-4154-B1C3-2F8D0AF198AE}">
      <dgm:prSet/>
      <dgm:spPr/>
      <dgm:t>
        <a:bodyPr/>
        <a:lstStyle/>
        <a:p>
          <a:endParaRPr lang="en-US"/>
        </a:p>
      </dgm:t>
    </dgm:pt>
    <dgm:pt modelId="{E46A907E-1168-4603-BFD3-06A41644A5D0}" type="sibTrans" cxnId="{76EE4660-8C13-4154-B1C3-2F8D0AF198AE}">
      <dgm:prSet/>
      <dgm:spPr/>
      <dgm:t>
        <a:bodyPr/>
        <a:lstStyle/>
        <a:p>
          <a:endParaRPr lang="en-US"/>
        </a:p>
      </dgm:t>
    </dgm:pt>
    <dgm:pt modelId="{CFAFA466-071C-411F-8B22-7363195F9153}" type="pres">
      <dgm:prSet presAssocID="{E2719566-87D0-4C16-B659-2CF828CD14A5}" presName="linear" presStyleCnt="0">
        <dgm:presLayoutVars>
          <dgm:animLvl val="lvl"/>
          <dgm:resizeHandles val="exact"/>
        </dgm:presLayoutVars>
      </dgm:prSet>
      <dgm:spPr/>
    </dgm:pt>
    <dgm:pt modelId="{8C9DDC88-B13C-4529-AF27-F91EDA2B0BC1}" type="pres">
      <dgm:prSet presAssocID="{2ADAF2C1-C7ED-4FC5-A6F6-5075C928612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F7DE25D-1FA1-47E2-8EC2-DD2C2AEA4330}" type="presOf" srcId="{2ADAF2C1-C7ED-4FC5-A6F6-5075C9286126}" destId="{8C9DDC88-B13C-4529-AF27-F91EDA2B0BC1}" srcOrd="0" destOrd="0" presId="urn:microsoft.com/office/officeart/2005/8/layout/vList2"/>
    <dgm:cxn modelId="{76EE4660-8C13-4154-B1C3-2F8D0AF198AE}" srcId="{E2719566-87D0-4C16-B659-2CF828CD14A5}" destId="{2ADAF2C1-C7ED-4FC5-A6F6-5075C9286126}" srcOrd="0" destOrd="0" parTransId="{AC62E310-C33F-442C-8525-AB464E5FE7F2}" sibTransId="{E46A907E-1168-4603-BFD3-06A41644A5D0}"/>
    <dgm:cxn modelId="{53E8D0C0-A4A9-471A-AD46-1EB25E2B275E}" type="presOf" srcId="{E2719566-87D0-4C16-B659-2CF828CD14A5}" destId="{CFAFA466-071C-411F-8B22-7363195F9153}" srcOrd="0" destOrd="0" presId="urn:microsoft.com/office/officeart/2005/8/layout/vList2"/>
    <dgm:cxn modelId="{D17F6726-4E76-4283-8064-D045130BF6B6}" type="presParOf" srcId="{CFAFA466-071C-411F-8B22-7363195F9153}" destId="{8C9DDC88-B13C-4529-AF27-F91EDA2B0BC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6016E81-221D-4C59-AF43-CB794A4D3DB3}" type="doc">
      <dgm:prSet loTypeId="urn:microsoft.com/office/officeart/2008/layout/VerticalCurvedList" loCatId="list" qsTypeId="urn:microsoft.com/office/officeart/2005/8/quickstyle/3d1" qsCatId="3D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C1C87524-9BD7-49A9-B215-6AFBA7A1F49B}">
      <dgm:prSet/>
      <dgm:spPr/>
      <dgm:t>
        <a:bodyPr/>
        <a:lstStyle/>
        <a:p>
          <a:r>
            <a:rPr lang="en-US"/>
            <a:t>Open Tally software.</a:t>
          </a:r>
        </a:p>
      </dgm:t>
    </dgm:pt>
    <dgm:pt modelId="{84ABDA33-3F6D-4917-A36F-32FA52C3B47C}" type="parTrans" cxnId="{F406EC94-26B3-4022-BFF7-E26B81D4C519}">
      <dgm:prSet/>
      <dgm:spPr/>
      <dgm:t>
        <a:bodyPr/>
        <a:lstStyle/>
        <a:p>
          <a:endParaRPr lang="en-US"/>
        </a:p>
      </dgm:t>
    </dgm:pt>
    <dgm:pt modelId="{D7FAFA44-E780-4BF3-BABF-8C870FF04056}" type="sibTrans" cxnId="{F406EC94-26B3-4022-BFF7-E26B81D4C519}">
      <dgm:prSet/>
      <dgm:spPr/>
      <dgm:t>
        <a:bodyPr/>
        <a:lstStyle/>
        <a:p>
          <a:endParaRPr lang="en-US"/>
        </a:p>
      </dgm:t>
    </dgm:pt>
    <dgm:pt modelId="{96270FD9-A706-4692-85FF-C0C302FA6AF1}">
      <dgm:prSet/>
      <dgm:spPr/>
      <dgm:t>
        <a:bodyPr/>
        <a:lstStyle/>
        <a:p>
          <a:r>
            <a:rPr lang="en-US"/>
            <a:t>Select Create Company option.</a:t>
          </a:r>
        </a:p>
      </dgm:t>
    </dgm:pt>
    <dgm:pt modelId="{B2F9B772-782A-4B9B-A87D-162E6649FA25}" type="parTrans" cxnId="{8D1BB15D-E73B-4ABC-A48C-F78E3CA45E97}">
      <dgm:prSet/>
      <dgm:spPr/>
      <dgm:t>
        <a:bodyPr/>
        <a:lstStyle/>
        <a:p>
          <a:endParaRPr lang="en-US"/>
        </a:p>
      </dgm:t>
    </dgm:pt>
    <dgm:pt modelId="{1A5A9B3F-A2DE-427C-868E-8660D70F4ECB}" type="sibTrans" cxnId="{8D1BB15D-E73B-4ABC-A48C-F78E3CA45E97}">
      <dgm:prSet/>
      <dgm:spPr/>
      <dgm:t>
        <a:bodyPr/>
        <a:lstStyle/>
        <a:p>
          <a:endParaRPr lang="en-US"/>
        </a:p>
      </dgm:t>
    </dgm:pt>
    <dgm:pt modelId="{9E271AE8-C9B5-4A54-A4DC-F67C834AB330}">
      <dgm:prSet/>
      <dgm:spPr/>
      <dgm:t>
        <a:bodyPr/>
        <a:lstStyle/>
        <a:p>
          <a:r>
            <a:rPr lang="en-US"/>
            <a:t>Enter company name and address.</a:t>
          </a:r>
        </a:p>
      </dgm:t>
    </dgm:pt>
    <dgm:pt modelId="{6399A19C-D3A9-4BA3-914E-402C440E052D}" type="parTrans" cxnId="{04C78355-6D85-4A34-B4DC-A51F872195A5}">
      <dgm:prSet/>
      <dgm:spPr/>
      <dgm:t>
        <a:bodyPr/>
        <a:lstStyle/>
        <a:p>
          <a:endParaRPr lang="en-US"/>
        </a:p>
      </dgm:t>
    </dgm:pt>
    <dgm:pt modelId="{26909E0A-C358-4606-80C5-1706DD6EE2C2}" type="sibTrans" cxnId="{04C78355-6D85-4A34-B4DC-A51F872195A5}">
      <dgm:prSet/>
      <dgm:spPr/>
      <dgm:t>
        <a:bodyPr/>
        <a:lstStyle/>
        <a:p>
          <a:endParaRPr lang="en-US"/>
        </a:p>
      </dgm:t>
    </dgm:pt>
    <dgm:pt modelId="{2D644C1B-A055-45E8-8631-171EB69AF45E}">
      <dgm:prSet/>
      <dgm:spPr/>
      <dgm:t>
        <a:bodyPr/>
        <a:lstStyle/>
        <a:p>
          <a:r>
            <a:rPr lang="en-US"/>
            <a:t>Set financial year and currency.</a:t>
          </a:r>
        </a:p>
      </dgm:t>
    </dgm:pt>
    <dgm:pt modelId="{FF1B3929-8CD2-434D-83F9-BF90BAD209A4}" type="parTrans" cxnId="{428319D2-F582-4486-B4D4-43B61D2F5217}">
      <dgm:prSet/>
      <dgm:spPr/>
      <dgm:t>
        <a:bodyPr/>
        <a:lstStyle/>
        <a:p>
          <a:endParaRPr lang="en-US"/>
        </a:p>
      </dgm:t>
    </dgm:pt>
    <dgm:pt modelId="{FA686003-88AA-4BAB-8AEA-F22EB42861E8}" type="sibTrans" cxnId="{428319D2-F582-4486-B4D4-43B61D2F5217}">
      <dgm:prSet/>
      <dgm:spPr/>
      <dgm:t>
        <a:bodyPr/>
        <a:lstStyle/>
        <a:p>
          <a:endParaRPr lang="en-US"/>
        </a:p>
      </dgm:t>
    </dgm:pt>
    <dgm:pt modelId="{6F8D66D9-9951-4308-957C-3A0838AD493B}">
      <dgm:prSet/>
      <dgm:spPr/>
      <dgm:t>
        <a:bodyPr/>
        <a:lstStyle/>
        <a:p>
          <a:r>
            <a:rPr lang="en-US"/>
            <a:t>Press Ctrl + A to save.</a:t>
          </a:r>
        </a:p>
      </dgm:t>
    </dgm:pt>
    <dgm:pt modelId="{00CE45E7-E713-4752-8D38-2E356DD45D54}" type="parTrans" cxnId="{24CE96E5-8FF4-433C-9F46-2A830CB4BE6E}">
      <dgm:prSet/>
      <dgm:spPr/>
      <dgm:t>
        <a:bodyPr/>
        <a:lstStyle/>
        <a:p>
          <a:endParaRPr lang="en-US"/>
        </a:p>
      </dgm:t>
    </dgm:pt>
    <dgm:pt modelId="{7FEE2FFC-A02F-46A2-84F2-EFCD28F8FA15}" type="sibTrans" cxnId="{24CE96E5-8FF4-433C-9F46-2A830CB4BE6E}">
      <dgm:prSet/>
      <dgm:spPr/>
      <dgm:t>
        <a:bodyPr/>
        <a:lstStyle/>
        <a:p>
          <a:endParaRPr lang="en-US"/>
        </a:p>
      </dgm:t>
    </dgm:pt>
    <dgm:pt modelId="{25F51627-25FF-487A-AD40-082D16F886D8}" type="pres">
      <dgm:prSet presAssocID="{96016E81-221D-4C59-AF43-CB794A4D3DB3}" presName="Name0" presStyleCnt="0">
        <dgm:presLayoutVars>
          <dgm:chMax val="7"/>
          <dgm:chPref val="7"/>
          <dgm:dir/>
        </dgm:presLayoutVars>
      </dgm:prSet>
      <dgm:spPr/>
    </dgm:pt>
    <dgm:pt modelId="{42DF54B2-0AD7-46F9-B4D6-B672105388A9}" type="pres">
      <dgm:prSet presAssocID="{96016E81-221D-4C59-AF43-CB794A4D3DB3}" presName="Name1" presStyleCnt="0"/>
      <dgm:spPr/>
    </dgm:pt>
    <dgm:pt modelId="{B5AD5994-2150-4312-9854-4C8945A057E5}" type="pres">
      <dgm:prSet presAssocID="{96016E81-221D-4C59-AF43-CB794A4D3DB3}" presName="cycle" presStyleCnt="0"/>
      <dgm:spPr/>
    </dgm:pt>
    <dgm:pt modelId="{94626A0C-FFC9-496A-B647-45F1B55584D1}" type="pres">
      <dgm:prSet presAssocID="{96016E81-221D-4C59-AF43-CB794A4D3DB3}" presName="srcNode" presStyleLbl="node1" presStyleIdx="0" presStyleCnt="5"/>
      <dgm:spPr/>
    </dgm:pt>
    <dgm:pt modelId="{D79DB8A4-C31A-4E95-A846-E908B8D87A40}" type="pres">
      <dgm:prSet presAssocID="{96016E81-221D-4C59-AF43-CB794A4D3DB3}" presName="conn" presStyleLbl="parChTrans1D2" presStyleIdx="0" presStyleCnt="1"/>
      <dgm:spPr/>
    </dgm:pt>
    <dgm:pt modelId="{E90D4687-2239-45DC-8C2B-4341D6AD0748}" type="pres">
      <dgm:prSet presAssocID="{96016E81-221D-4C59-AF43-CB794A4D3DB3}" presName="extraNode" presStyleLbl="node1" presStyleIdx="0" presStyleCnt="5"/>
      <dgm:spPr/>
    </dgm:pt>
    <dgm:pt modelId="{36608C92-2511-4EFD-9FC2-DB51386F7EAB}" type="pres">
      <dgm:prSet presAssocID="{96016E81-221D-4C59-AF43-CB794A4D3DB3}" presName="dstNode" presStyleLbl="node1" presStyleIdx="0" presStyleCnt="5"/>
      <dgm:spPr/>
    </dgm:pt>
    <dgm:pt modelId="{25244B03-B6E9-4EA4-8E63-1B1BD70A8F7A}" type="pres">
      <dgm:prSet presAssocID="{C1C87524-9BD7-49A9-B215-6AFBA7A1F49B}" presName="text_1" presStyleLbl="node1" presStyleIdx="0" presStyleCnt="5">
        <dgm:presLayoutVars>
          <dgm:bulletEnabled val="1"/>
        </dgm:presLayoutVars>
      </dgm:prSet>
      <dgm:spPr/>
    </dgm:pt>
    <dgm:pt modelId="{14C45A4D-83D9-4605-8AAF-49737604F7F7}" type="pres">
      <dgm:prSet presAssocID="{C1C87524-9BD7-49A9-B215-6AFBA7A1F49B}" presName="accent_1" presStyleCnt="0"/>
      <dgm:spPr/>
    </dgm:pt>
    <dgm:pt modelId="{8A768F7B-4A8E-4D26-BFA2-7C89C4096118}" type="pres">
      <dgm:prSet presAssocID="{C1C87524-9BD7-49A9-B215-6AFBA7A1F49B}" presName="accentRepeatNode" presStyleLbl="solidFgAcc1" presStyleIdx="0" presStyleCnt="5"/>
      <dgm:spPr/>
    </dgm:pt>
    <dgm:pt modelId="{EA07840C-C2EC-4012-89E6-4E82519F99B2}" type="pres">
      <dgm:prSet presAssocID="{96270FD9-A706-4692-85FF-C0C302FA6AF1}" presName="text_2" presStyleLbl="node1" presStyleIdx="1" presStyleCnt="5">
        <dgm:presLayoutVars>
          <dgm:bulletEnabled val="1"/>
        </dgm:presLayoutVars>
      </dgm:prSet>
      <dgm:spPr/>
    </dgm:pt>
    <dgm:pt modelId="{C91D0237-0473-4AD7-AA5A-1E94409007DE}" type="pres">
      <dgm:prSet presAssocID="{96270FD9-A706-4692-85FF-C0C302FA6AF1}" presName="accent_2" presStyleCnt="0"/>
      <dgm:spPr/>
    </dgm:pt>
    <dgm:pt modelId="{BA6B399F-754A-47B3-AD3E-99FDF8BF98AB}" type="pres">
      <dgm:prSet presAssocID="{96270FD9-A706-4692-85FF-C0C302FA6AF1}" presName="accentRepeatNode" presStyleLbl="solidFgAcc1" presStyleIdx="1" presStyleCnt="5"/>
      <dgm:spPr/>
    </dgm:pt>
    <dgm:pt modelId="{11D5C48E-515F-4CFC-9A3E-0D899F478CFA}" type="pres">
      <dgm:prSet presAssocID="{9E271AE8-C9B5-4A54-A4DC-F67C834AB330}" presName="text_3" presStyleLbl="node1" presStyleIdx="2" presStyleCnt="5">
        <dgm:presLayoutVars>
          <dgm:bulletEnabled val="1"/>
        </dgm:presLayoutVars>
      </dgm:prSet>
      <dgm:spPr/>
    </dgm:pt>
    <dgm:pt modelId="{22DC4946-A0F3-42D2-95A3-C914B7CE2E40}" type="pres">
      <dgm:prSet presAssocID="{9E271AE8-C9B5-4A54-A4DC-F67C834AB330}" presName="accent_3" presStyleCnt="0"/>
      <dgm:spPr/>
    </dgm:pt>
    <dgm:pt modelId="{DC70CA91-692B-4D92-A06C-7F3B41E9FF28}" type="pres">
      <dgm:prSet presAssocID="{9E271AE8-C9B5-4A54-A4DC-F67C834AB330}" presName="accentRepeatNode" presStyleLbl="solidFgAcc1" presStyleIdx="2" presStyleCnt="5"/>
      <dgm:spPr/>
    </dgm:pt>
    <dgm:pt modelId="{F70F943A-5491-4846-9BBB-1C823EF19B47}" type="pres">
      <dgm:prSet presAssocID="{2D644C1B-A055-45E8-8631-171EB69AF45E}" presName="text_4" presStyleLbl="node1" presStyleIdx="3" presStyleCnt="5">
        <dgm:presLayoutVars>
          <dgm:bulletEnabled val="1"/>
        </dgm:presLayoutVars>
      </dgm:prSet>
      <dgm:spPr/>
    </dgm:pt>
    <dgm:pt modelId="{7EF258CF-F6EC-427F-A227-5681318124A8}" type="pres">
      <dgm:prSet presAssocID="{2D644C1B-A055-45E8-8631-171EB69AF45E}" presName="accent_4" presStyleCnt="0"/>
      <dgm:spPr/>
    </dgm:pt>
    <dgm:pt modelId="{A042FE16-F304-47EB-905E-F6613A07CB89}" type="pres">
      <dgm:prSet presAssocID="{2D644C1B-A055-45E8-8631-171EB69AF45E}" presName="accentRepeatNode" presStyleLbl="solidFgAcc1" presStyleIdx="3" presStyleCnt="5"/>
      <dgm:spPr/>
    </dgm:pt>
    <dgm:pt modelId="{83082216-99BA-48EF-AADD-BCB85A074A09}" type="pres">
      <dgm:prSet presAssocID="{6F8D66D9-9951-4308-957C-3A0838AD493B}" presName="text_5" presStyleLbl="node1" presStyleIdx="4" presStyleCnt="5">
        <dgm:presLayoutVars>
          <dgm:bulletEnabled val="1"/>
        </dgm:presLayoutVars>
      </dgm:prSet>
      <dgm:spPr/>
    </dgm:pt>
    <dgm:pt modelId="{74631A61-9483-4D65-BD3E-C08C63612EC7}" type="pres">
      <dgm:prSet presAssocID="{6F8D66D9-9951-4308-957C-3A0838AD493B}" presName="accent_5" presStyleCnt="0"/>
      <dgm:spPr/>
    </dgm:pt>
    <dgm:pt modelId="{A8A361CF-DAFB-487E-A3CC-A5490059D7B0}" type="pres">
      <dgm:prSet presAssocID="{6F8D66D9-9951-4308-957C-3A0838AD493B}" presName="accentRepeatNode" presStyleLbl="solidFgAcc1" presStyleIdx="4" presStyleCnt="5"/>
      <dgm:spPr/>
    </dgm:pt>
  </dgm:ptLst>
  <dgm:cxnLst>
    <dgm:cxn modelId="{8D1BB15D-E73B-4ABC-A48C-F78E3CA45E97}" srcId="{96016E81-221D-4C59-AF43-CB794A4D3DB3}" destId="{96270FD9-A706-4692-85FF-C0C302FA6AF1}" srcOrd="1" destOrd="0" parTransId="{B2F9B772-782A-4B9B-A87D-162E6649FA25}" sibTransId="{1A5A9B3F-A2DE-427C-868E-8660D70F4ECB}"/>
    <dgm:cxn modelId="{56AB1344-237A-4625-AB33-AB40C1A397D1}" type="presOf" srcId="{96016E81-221D-4C59-AF43-CB794A4D3DB3}" destId="{25F51627-25FF-487A-AD40-082D16F886D8}" srcOrd="0" destOrd="0" presId="urn:microsoft.com/office/officeart/2008/layout/VerticalCurvedList"/>
    <dgm:cxn modelId="{3814B54F-C894-47B7-8BD1-C6AE3E0BBDFA}" type="presOf" srcId="{6F8D66D9-9951-4308-957C-3A0838AD493B}" destId="{83082216-99BA-48EF-AADD-BCB85A074A09}" srcOrd="0" destOrd="0" presId="urn:microsoft.com/office/officeart/2008/layout/VerticalCurvedList"/>
    <dgm:cxn modelId="{E2159174-A79B-4F6E-94AD-974EC5F067C8}" type="presOf" srcId="{D7FAFA44-E780-4BF3-BABF-8C870FF04056}" destId="{D79DB8A4-C31A-4E95-A846-E908B8D87A40}" srcOrd="0" destOrd="0" presId="urn:microsoft.com/office/officeart/2008/layout/VerticalCurvedList"/>
    <dgm:cxn modelId="{04C78355-6D85-4A34-B4DC-A51F872195A5}" srcId="{96016E81-221D-4C59-AF43-CB794A4D3DB3}" destId="{9E271AE8-C9B5-4A54-A4DC-F67C834AB330}" srcOrd="2" destOrd="0" parTransId="{6399A19C-D3A9-4BA3-914E-402C440E052D}" sibTransId="{26909E0A-C358-4606-80C5-1706DD6EE2C2}"/>
    <dgm:cxn modelId="{F406EC94-26B3-4022-BFF7-E26B81D4C519}" srcId="{96016E81-221D-4C59-AF43-CB794A4D3DB3}" destId="{C1C87524-9BD7-49A9-B215-6AFBA7A1F49B}" srcOrd="0" destOrd="0" parTransId="{84ABDA33-3F6D-4917-A36F-32FA52C3B47C}" sibTransId="{D7FAFA44-E780-4BF3-BABF-8C870FF04056}"/>
    <dgm:cxn modelId="{C812C0B3-F20E-4704-ACF3-E31EAB7D6213}" type="presOf" srcId="{2D644C1B-A055-45E8-8631-171EB69AF45E}" destId="{F70F943A-5491-4846-9BBB-1C823EF19B47}" srcOrd="0" destOrd="0" presId="urn:microsoft.com/office/officeart/2008/layout/VerticalCurvedList"/>
    <dgm:cxn modelId="{092800B5-EAE4-44AA-82D7-8A28E8BC71EA}" type="presOf" srcId="{C1C87524-9BD7-49A9-B215-6AFBA7A1F49B}" destId="{25244B03-B6E9-4EA4-8E63-1B1BD70A8F7A}" srcOrd="0" destOrd="0" presId="urn:microsoft.com/office/officeart/2008/layout/VerticalCurvedList"/>
    <dgm:cxn modelId="{9BD1B8CD-8606-4369-8C10-AB0AF2398C48}" type="presOf" srcId="{9E271AE8-C9B5-4A54-A4DC-F67C834AB330}" destId="{11D5C48E-515F-4CFC-9A3E-0D899F478CFA}" srcOrd="0" destOrd="0" presId="urn:microsoft.com/office/officeart/2008/layout/VerticalCurvedList"/>
    <dgm:cxn modelId="{428319D2-F582-4486-B4D4-43B61D2F5217}" srcId="{96016E81-221D-4C59-AF43-CB794A4D3DB3}" destId="{2D644C1B-A055-45E8-8631-171EB69AF45E}" srcOrd="3" destOrd="0" parTransId="{FF1B3929-8CD2-434D-83F9-BF90BAD209A4}" sibTransId="{FA686003-88AA-4BAB-8AEA-F22EB42861E8}"/>
    <dgm:cxn modelId="{24CE96E5-8FF4-433C-9F46-2A830CB4BE6E}" srcId="{96016E81-221D-4C59-AF43-CB794A4D3DB3}" destId="{6F8D66D9-9951-4308-957C-3A0838AD493B}" srcOrd="4" destOrd="0" parTransId="{00CE45E7-E713-4752-8D38-2E356DD45D54}" sibTransId="{7FEE2FFC-A02F-46A2-84F2-EFCD28F8FA15}"/>
    <dgm:cxn modelId="{8BA6ABFD-AD06-4CF2-9D96-7103E2C07ADC}" type="presOf" srcId="{96270FD9-A706-4692-85FF-C0C302FA6AF1}" destId="{EA07840C-C2EC-4012-89E6-4E82519F99B2}" srcOrd="0" destOrd="0" presId="urn:microsoft.com/office/officeart/2008/layout/VerticalCurvedList"/>
    <dgm:cxn modelId="{A12D758B-F5AC-43CB-B443-484644261391}" type="presParOf" srcId="{25F51627-25FF-487A-AD40-082D16F886D8}" destId="{42DF54B2-0AD7-46F9-B4D6-B672105388A9}" srcOrd="0" destOrd="0" presId="urn:microsoft.com/office/officeart/2008/layout/VerticalCurvedList"/>
    <dgm:cxn modelId="{19D2735E-A749-4051-8D9B-52896A841A35}" type="presParOf" srcId="{42DF54B2-0AD7-46F9-B4D6-B672105388A9}" destId="{B5AD5994-2150-4312-9854-4C8945A057E5}" srcOrd="0" destOrd="0" presId="urn:microsoft.com/office/officeart/2008/layout/VerticalCurvedList"/>
    <dgm:cxn modelId="{BB74E03B-108C-4851-9E39-1BEF3C69A0CD}" type="presParOf" srcId="{B5AD5994-2150-4312-9854-4C8945A057E5}" destId="{94626A0C-FFC9-496A-B647-45F1B55584D1}" srcOrd="0" destOrd="0" presId="urn:microsoft.com/office/officeart/2008/layout/VerticalCurvedList"/>
    <dgm:cxn modelId="{F325F696-4B43-49D5-9760-7B18DC8044BC}" type="presParOf" srcId="{B5AD5994-2150-4312-9854-4C8945A057E5}" destId="{D79DB8A4-C31A-4E95-A846-E908B8D87A40}" srcOrd="1" destOrd="0" presId="urn:microsoft.com/office/officeart/2008/layout/VerticalCurvedList"/>
    <dgm:cxn modelId="{C912F52D-9E13-4CB7-ABCD-08E2F48C4F9E}" type="presParOf" srcId="{B5AD5994-2150-4312-9854-4C8945A057E5}" destId="{E90D4687-2239-45DC-8C2B-4341D6AD0748}" srcOrd="2" destOrd="0" presId="urn:microsoft.com/office/officeart/2008/layout/VerticalCurvedList"/>
    <dgm:cxn modelId="{8A456C25-C2BA-4176-8B36-10AACDA57F7A}" type="presParOf" srcId="{B5AD5994-2150-4312-9854-4C8945A057E5}" destId="{36608C92-2511-4EFD-9FC2-DB51386F7EAB}" srcOrd="3" destOrd="0" presId="urn:microsoft.com/office/officeart/2008/layout/VerticalCurvedList"/>
    <dgm:cxn modelId="{9F680413-A46C-47AF-AE54-FEE3F051F795}" type="presParOf" srcId="{42DF54B2-0AD7-46F9-B4D6-B672105388A9}" destId="{25244B03-B6E9-4EA4-8E63-1B1BD70A8F7A}" srcOrd="1" destOrd="0" presId="urn:microsoft.com/office/officeart/2008/layout/VerticalCurvedList"/>
    <dgm:cxn modelId="{53FF60DF-B7D8-49B2-B313-13DD87C47494}" type="presParOf" srcId="{42DF54B2-0AD7-46F9-B4D6-B672105388A9}" destId="{14C45A4D-83D9-4605-8AAF-49737604F7F7}" srcOrd="2" destOrd="0" presId="urn:microsoft.com/office/officeart/2008/layout/VerticalCurvedList"/>
    <dgm:cxn modelId="{A89CB2BF-C91E-435E-9A73-A1F244737F45}" type="presParOf" srcId="{14C45A4D-83D9-4605-8AAF-49737604F7F7}" destId="{8A768F7B-4A8E-4D26-BFA2-7C89C4096118}" srcOrd="0" destOrd="0" presId="urn:microsoft.com/office/officeart/2008/layout/VerticalCurvedList"/>
    <dgm:cxn modelId="{4DD2C432-0AA0-47A2-84E0-8F50B8265505}" type="presParOf" srcId="{42DF54B2-0AD7-46F9-B4D6-B672105388A9}" destId="{EA07840C-C2EC-4012-89E6-4E82519F99B2}" srcOrd="3" destOrd="0" presId="urn:microsoft.com/office/officeart/2008/layout/VerticalCurvedList"/>
    <dgm:cxn modelId="{CE3E95C3-8A53-4C1E-BD9A-8E9CF9D27552}" type="presParOf" srcId="{42DF54B2-0AD7-46F9-B4D6-B672105388A9}" destId="{C91D0237-0473-4AD7-AA5A-1E94409007DE}" srcOrd="4" destOrd="0" presId="urn:microsoft.com/office/officeart/2008/layout/VerticalCurvedList"/>
    <dgm:cxn modelId="{F768A444-5B5A-4566-ADDD-673020A3BFFA}" type="presParOf" srcId="{C91D0237-0473-4AD7-AA5A-1E94409007DE}" destId="{BA6B399F-754A-47B3-AD3E-99FDF8BF98AB}" srcOrd="0" destOrd="0" presId="urn:microsoft.com/office/officeart/2008/layout/VerticalCurvedList"/>
    <dgm:cxn modelId="{0B617BE8-6326-4B9E-9090-1000B879EF54}" type="presParOf" srcId="{42DF54B2-0AD7-46F9-B4D6-B672105388A9}" destId="{11D5C48E-515F-4CFC-9A3E-0D899F478CFA}" srcOrd="5" destOrd="0" presId="urn:microsoft.com/office/officeart/2008/layout/VerticalCurvedList"/>
    <dgm:cxn modelId="{6F787AA9-9F3D-459B-B0E2-2911617F1B97}" type="presParOf" srcId="{42DF54B2-0AD7-46F9-B4D6-B672105388A9}" destId="{22DC4946-A0F3-42D2-95A3-C914B7CE2E40}" srcOrd="6" destOrd="0" presId="urn:microsoft.com/office/officeart/2008/layout/VerticalCurvedList"/>
    <dgm:cxn modelId="{4EC8260F-5341-4327-9F05-878259BF0471}" type="presParOf" srcId="{22DC4946-A0F3-42D2-95A3-C914B7CE2E40}" destId="{DC70CA91-692B-4D92-A06C-7F3B41E9FF28}" srcOrd="0" destOrd="0" presId="urn:microsoft.com/office/officeart/2008/layout/VerticalCurvedList"/>
    <dgm:cxn modelId="{10EA14CB-3025-4FD4-BA19-3F93C900202F}" type="presParOf" srcId="{42DF54B2-0AD7-46F9-B4D6-B672105388A9}" destId="{F70F943A-5491-4846-9BBB-1C823EF19B47}" srcOrd="7" destOrd="0" presId="urn:microsoft.com/office/officeart/2008/layout/VerticalCurvedList"/>
    <dgm:cxn modelId="{B5D4D0A4-14B2-4470-A087-3326FB114897}" type="presParOf" srcId="{42DF54B2-0AD7-46F9-B4D6-B672105388A9}" destId="{7EF258CF-F6EC-427F-A227-5681318124A8}" srcOrd="8" destOrd="0" presId="urn:microsoft.com/office/officeart/2008/layout/VerticalCurvedList"/>
    <dgm:cxn modelId="{80AB5F1C-55CC-4EFD-9B64-C2B877D1398F}" type="presParOf" srcId="{7EF258CF-F6EC-427F-A227-5681318124A8}" destId="{A042FE16-F304-47EB-905E-F6613A07CB89}" srcOrd="0" destOrd="0" presId="urn:microsoft.com/office/officeart/2008/layout/VerticalCurvedList"/>
    <dgm:cxn modelId="{97DEDD5D-C101-40BF-9020-3C410C15CD1D}" type="presParOf" srcId="{42DF54B2-0AD7-46F9-B4D6-B672105388A9}" destId="{83082216-99BA-48EF-AADD-BCB85A074A09}" srcOrd="9" destOrd="0" presId="urn:microsoft.com/office/officeart/2008/layout/VerticalCurvedList"/>
    <dgm:cxn modelId="{4103F60E-1C8F-4849-A2FE-AC7A8B637237}" type="presParOf" srcId="{42DF54B2-0AD7-46F9-B4D6-B672105388A9}" destId="{74631A61-9483-4D65-BD3E-C08C63612EC7}" srcOrd="10" destOrd="0" presId="urn:microsoft.com/office/officeart/2008/layout/VerticalCurvedList"/>
    <dgm:cxn modelId="{462EEB68-E4F3-4977-A96D-9947C517F8C4}" type="presParOf" srcId="{74631A61-9483-4D65-BD3E-C08C63612EC7}" destId="{A8A361CF-DAFB-487E-A3CC-A5490059D7B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ED51D10-1D6D-432C-833D-60552F1BBAE4}" type="doc">
      <dgm:prSet loTypeId="urn:microsoft.com/office/officeart/2005/8/layout/process4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1F8C768-F076-4306-840E-C53AF19B60E7}">
      <dgm:prSet/>
      <dgm:spPr/>
      <dgm:t>
        <a:bodyPr/>
        <a:lstStyle/>
        <a:p>
          <a:pPr algn="ctr"/>
          <a:r>
            <a:rPr lang="en-US" dirty="0"/>
            <a:t>Alter and Select Company</a:t>
          </a:r>
        </a:p>
      </dgm:t>
    </dgm:pt>
    <dgm:pt modelId="{34E92E1E-D3A3-407B-BCE4-9543338951FD}" type="parTrans" cxnId="{9C1791D8-6552-4589-B3D2-16F77ABB1DAC}">
      <dgm:prSet/>
      <dgm:spPr/>
      <dgm:t>
        <a:bodyPr/>
        <a:lstStyle/>
        <a:p>
          <a:endParaRPr lang="en-US"/>
        </a:p>
      </dgm:t>
    </dgm:pt>
    <dgm:pt modelId="{209D271C-5F51-4A40-B8E6-CAC4CA7C6262}" type="sibTrans" cxnId="{9C1791D8-6552-4589-B3D2-16F77ABB1DAC}">
      <dgm:prSet/>
      <dgm:spPr/>
      <dgm:t>
        <a:bodyPr/>
        <a:lstStyle/>
        <a:p>
          <a:endParaRPr lang="en-US"/>
        </a:p>
      </dgm:t>
    </dgm:pt>
    <dgm:pt modelId="{EAFB8CA4-5981-4C5C-A52C-2F1F243CD159}" type="pres">
      <dgm:prSet presAssocID="{8ED51D10-1D6D-432C-833D-60552F1BBAE4}" presName="Name0" presStyleCnt="0">
        <dgm:presLayoutVars>
          <dgm:dir/>
          <dgm:animLvl val="lvl"/>
          <dgm:resizeHandles val="exact"/>
        </dgm:presLayoutVars>
      </dgm:prSet>
      <dgm:spPr/>
    </dgm:pt>
    <dgm:pt modelId="{FDE3A232-9888-4516-A58E-4E24454AF45F}" type="pres">
      <dgm:prSet presAssocID="{D1F8C768-F076-4306-840E-C53AF19B60E7}" presName="boxAndChildren" presStyleCnt="0"/>
      <dgm:spPr/>
    </dgm:pt>
    <dgm:pt modelId="{F55952D1-5E5D-4059-9A86-2070AA62CB50}" type="pres">
      <dgm:prSet presAssocID="{D1F8C768-F076-4306-840E-C53AF19B60E7}" presName="parentTextBox" presStyleLbl="node1" presStyleIdx="0" presStyleCnt="1"/>
      <dgm:spPr/>
    </dgm:pt>
  </dgm:ptLst>
  <dgm:cxnLst>
    <dgm:cxn modelId="{0B28CB1C-0618-42D0-81AF-B3A0D8380129}" type="presOf" srcId="{8ED51D10-1D6D-432C-833D-60552F1BBAE4}" destId="{EAFB8CA4-5981-4C5C-A52C-2F1F243CD159}" srcOrd="0" destOrd="0" presId="urn:microsoft.com/office/officeart/2005/8/layout/process4"/>
    <dgm:cxn modelId="{9C1791D8-6552-4589-B3D2-16F77ABB1DAC}" srcId="{8ED51D10-1D6D-432C-833D-60552F1BBAE4}" destId="{D1F8C768-F076-4306-840E-C53AF19B60E7}" srcOrd="0" destOrd="0" parTransId="{34E92E1E-D3A3-407B-BCE4-9543338951FD}" sibTransId="{209D271C-5F51-4A40-B8E6-CAC4CA7C6262}"/>
    <dgm:cxn modelId="{44CC93F4-0821-452D-AEBD-7C11A8A8F8A6}" type="presOf" srcId="{D1F8C768-F076-4306-840E-C53AF19B60E7}" destId="{F55952D1-5E5D-4059-9A86-2070AA62CB50}" srcOrd="0" destOrd="0" presId="urn:microsoft.com/office/officeart/2005/8/layout/process4"/>
    <dgm:cxn modelId="{908A693A-A4BF-4F9E-8393-FAF755429C69}" type="presParOf" srcId="{EAFB8CA4-5981-4C5C-A52C-2F1F243CD159}" destId="{FDE3A232-9888-4516-A58E-4E24454AF45F}" srcOrd="0" destOrd="0" presId="urn:microsoft.com/office/officeart/2005/8/layout/process4"/>
    <dgm:cxn modelId="{808A3B6F-521D-4474-8BFD-32DFD995BD22}" type="presParOf" srcId="{FDE3A232-9888-4516-A58E-4E24454AF45F}" destId="{F55952D1-5E5D-4059-9A86-2070AA62CB5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A4BE16A1-FC77-432F-AF2D-2DA0C2446BA6}" type="doc">
      <dgm:prSet loTypeId="urn:microsoft.com/office/officeart/2005/8/layout/process4" loCatId="process" qsTypeId="urn:microsoft.com/office/officeart/2005/8/quickstyle/3d3" qsCatId="3D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04367DCD-8EB4-4EDC-97C7-00BE260F38AB}">
      <dgm:prSet/>
      <dgm:spPr/>
      <dgm:t>
        <a:bodyPr/>
        <a:lstStyle/>
        <a:p>
          <a:r>
            <a:rPr lang="en-US"/>
            <a:t>Alter Company is used to edit existing company details.</a:t>
          </a:r>
        </a:p>
      </dgm:t>
    </dgm:pt>
    <dgm:pt modelId="{BB6E94D3-CCCF-4090-8586-BE4DB466B2BD}" type="parTrans" cxnId="{295DF1AA-BE9B-41CA-9BE9-216E744FF7D4}">
      <dgm:prSet/>
      <dgm:spPr/>
      <dgm:t>
        <a:bodyPr/>
        <a:lstStyle/>
        <a:p>
          <a:endParaRPr lang="en-US"/>
        </a:p>
      </dgm:t>
    </dgm:pt>
    <dgm:pt modelId="{BF3C54D5-74F8-4C5C-9865-3A7ED3D07469}" type="sibTrans" cxnId="{295DF1AA-BE9B-41CA-9BE9-216E744FF7D4}">
      <dgm:prSet/>
      <dgm:spPr/>
      <dgm:t>
        <a:bodyPr/>
        <a:lstStyle/>
        <a:p>
          <a:endParaRPr lang="en-US"/>
        </a:p>
      </dgm:t>
    </dgm:pt>
    <dgm:pt modelId="{A0C4345A-09ED-48FA-862D-683CE512DECE}">
      <dgm:prSet/>
      <dgm:spPr/>
      <dgm:t>
        <a:bodyPr/>
        <a:lstStyle/>
        <a:p>
          <a:r>
            <a:rPr lang="en-US"/>
            <a:t>Select Company is used to open an already created company.</a:t>
          </a:r>
        </a:p>
      </dgm:t>
    </dgm:pt>
    <dgm:pt modelId="{02F7D5C5-BE5A-4EF7-8A8B-4B2129068DC9}" type="parTrans" cxnId="{430552A9-953E-4B2F-A3BF-3ED087FB8209}">
      <dgm:prSet/>
      <dgm:spPr/>
      <dgm:t>
        <a:bodyPr/>
        <a:lstStyle/>
        <a:p>
          <a:endParaRPr lang="en-US"/>
        </a:p>
      </dgm:t>
    </dgm:pt>
    <dgm:pt modelId="{E7F58679-F811-411D-96A7-7E86A218D19B}" type="sibTrans" cxnId="{430552A9-953E-4B2F-A3BF-3ED087FB8209}">
      <dgm:prSet/>
      <dgm:spPr/>
      <dgm:t>
        <a:bodyPr/>
        <a:lstStyle/>
        <a:p>
          <a:endParaRPr lang="en-US"/>
        </a:p>
      </dgm:t>
    </dgm:pt>
    <dgm:pt modelId="{71D120C9-61D0-44B7-A226-9DA438BDAC57}" type="pres">
      <dgm:prSet presAssocID="{A4BE16A1-FC77-432F-AF2D-2DA0C2446BA6}" presName="Name0" presStyleCnt="0">
        <dgm:presLayoutVars>
          <dgm:dir/>
          <dgm:animLvl val="lvl"/>
          <dgm:resizeHandles val="exact"/>
        </dgm:presLayoutVars>
      </dgm:prSet>
      <dgm:spPr/>
    </dgm:pt>
    <dgm:pt modelId="{B208F1AE-E65F-48CA-AABE-42A61DCCCADF}" type="pres">
      <dgm:prSet presAssocID="{A0C4345A-09ED-48FA-862D-683CE512DECE}" presName="boxAndChildren" presStyleCnt="0"/>
      <dgm:spPr/>
    </dgm:pt>
    <dgm:pt modelId="{BA06FF52-6228-493A-9BD2-E5E51D6CE918}" type="pres">
      <dgm:prSet presAssocID="{A0C4345A-09ED-48FA-862D-683CE512DECE}" presName="parentTextBox" presStyleLbl="node1" presStyleIdx="0" presStyleCnt="2"/>
      <dgm:spPr/>
    </dgm:pt>
    <dgm:pt modelId="{2FEE0283-389E-4E06-BD69-A3CB8FE8915F}" type="pres">
      <dgm:prSet presAssocID="{BF3C54D5-74F8-4C5C-9865-3A7ED3D07469}" presName="sp" presStyleCnt="0"/>
      <dgm:spPr/>
    </dgm:pt>
    <dgm:pt modelId="{413343BC-6F57-41E7-9C87-6994B483EA5F}" type="pres">
      <dgm:prSet presAssocID="{04367DCD-8EB4-4EDC-97C7-00BE260F38AB}" presName="arrowAndChildren" presStyleCnt="0"/>
      <dgm:spPr/>
    </dgm:pt>
    <dgm:pt modelId="{EBFFE959-49D4-4411-8228-84BD0F340A69}" type="pres">
      <dgm:prSet presAssocID="{04367DCD-8EB4-4EDC-97C7-00BE260F38AB}" presName="parentTextArrow" presStyleLbl="node1" presStyleIdx="1" presStyleCnt="2"/>
      <dgm:spPr/>
    </dgm:pt>
  </dgm:ptLst>
  <dgm:cxnLst>
    <dgm:cxn modelId="{7D0E5D61-906F-465D-BEBE-D4432C701654}" type="presOf" srcId="{04367DCD-8EB4-4EDC-97C7-00BE260F38AB}" destId="{EBFFE959-49D4-4411-8228-84BD0F340A69}" srcOrd="0" destOrd="0" presId="urn:microsoft.com/office/officeart/2005/8/layout/process4"/>
    <dgm:cxn modelId="{50075A48-9965-4AA2-88CE-697A293CD474}" type="presOf" srcId="{A0C4345A-09ED-48FA-862D-683CE512DECE}" destId="{BA06FF52-6228-493A-9BD2-E5E51D6CE918}" srcOrd="0" destOrd="0" presId="urn:microsoft.com/office/officeart/2005/8/layout/process4"/>
    <dgm:cxn modelId="{430552A9-953E-4B2F-A3BF-3ED087FB8209}" srcId="{A4BE16A1-FC77-432F-AF2D-2DA0C2446BA6}" destId="{A0C4345A-09ED-48FA-862D-683CE512DECE}" srcOrd="1" destOrd="0" parTransId="{02F7D5C5-BE5A-4EF7-8A8B-4B2129068DC9}" sibTransId="{E7F58679-F811-411D-96A7-7E86A218D19B}"/>
    <dgm:cxn modelId="{295DF1AA-BE9B-41CA-9BE9-216E744FF7D4}" srcId="{A4BE16A1-FC77-432F-AF2D-2DA0C2446BA6}" destId="{04367DCD-8EB4-4EDC-97C7-00BE260F38AB}" srcOrd="0" destOrd="0" parTransId="{BB6E94D3-CCCF-4090-8586-BE4DB466B2BD}" sibTransId="{BF3C54D5-74F8-4C5C-9865-3A7ED3D07469}"/>
    <dgm:cxn modelId="{CCA33AAF-66E4-43CC-89CD-A05FA4E2AFBC}" type="presOf" srcId="{A4BE16A1-FC77-432F-AF2D-2DA0C2446BA6}" destId="{71D120C9-61D0-44B7-A226-9DA438BDAC57}" srcOrd="0" destOrd="0" presId="urn:microsoft.com/office/officeart/2005/8/layout/process4"/>
    <dgm:cxn modelId="{A0BC9288-3D43-42BD-87D5-102239B566A1}" type="presParOf" srcId="{71D120C9-61D0-44B7-A226-9DA438BDAC57}" destId="{B208F1AE-E65F-48CA-AABE-42A61DCCCADF}" srcOrd="0" destOrd="0" presId="urn:microsoft.com/office/officeart/2005/8/layout/process4"/>
    <dgm:cxn modelId="{A56E06CF-4A76-44BB-A318-DDF7D85A68DD}" type="presParOf" srcId="{B208F1AE-E65F-48CA-AABE-42A61DCCCADF}" destId="{BA06FF52-6228-493A-9BD2-E5E51D6CE918}" srcOrd="0" destOrd="0" presId="urn:microsoft.com/office/officeart/2005/8/layout/process4"/>
    <dgm:cxn modelId="{F71F7284-222A-4B8C-A49C-E3158CBFA032}" type="presParOf" srcId="{71D120C9-61D0-44B7-A226-9DA438BDAC57}" destId="{2FEE0283-389E-4E06-BD69-A3CB8FE8915F}" srcOrd="1" destOrd="0" presId="urn:microsoft.com/office/officeart/2005/8/layout/process4"/>
    <dgm:cxn modelId="{D58C6F75-8795-46A6-B43A-4DCF212F6A96}" type="presParOf" srcId="{71D120C9-61D0-44B7-A226-9DA438BDAC57}" destId="{413343BC-6F57-41E7-9C87-6994B483EA5F}" srcOrd="2" destOrd="0" presId="urn:microsoft.com/office/officeart/2005/8/layout/process4"/>
    <dgm:cxn modelId="{3915F387-1F7C-42D3-A747-F30AB4D3AD51}" type="presParOf" srcId="{413343BC-6F57-41E7-9C87-6994B483EA5F}" destId="{EBFFE959-49D4-4411-8228-84BD0F340A6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2B2F09B-6C3F-4BB6-B0B6-558D230D38A2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D41B900-4E95-4726-B2E0-3C1CF20B3205}">
      <dgm:prSet custT="1"/>
      <dgm:spPr/>
      <dgm:t>
        <a:bodyPr/>
        <a:lstStyle/>
        <a:p>
          <a:pPr algn="ctr"/>
          <a:r>
            <a:rPr lang="en-US" sz="5400"/>
            <a:t>Summary</a:t>
          </a:r>
        </a:p>
      </dgm:t>
    </dgm:pt>
    <dgm:pt modelId="{33A2CB1B-050F-4624-AFA6-C1CAD35F3D3D}" type="parTrans" cxnId="{F06DE3EE-842B-48F5-B817-58B3F170BFDB}">
      <dgm:prSet/>
      <dgm:spPr/>
      <dgm:t>
        <a:bodyPr/>
        <a:lstStyle/>
        <a:p>
          <a:endParaRPr lang="en-US"/>
        </a:p>
      </dgm:t>
    </dgm:pt>
    <dgm:pt modelId="{9FE8FAB6-D159-4C62-8648-E26D85D1ADCC}" type="sibTrans" cxnId="{F06DE3EE-842B-48F5-B817-58B3F170BFDB}">
      <dgm:prSet/>
      <dgm:spPr/>
      <dgm:t>
        <a:bodyPr/>
        <a:lstStyle/>
        <a:p>
          <a:endParaRPr lang="en-US"/>
        </a:p>
      </dgm:t>
    </dgm:pt>
    <dgm:pt modelId="{CE9DECB4-D69B-433F-AA76-20F2025EBC3C}" type="pres">
      <dgm:prSet presAssocID="{12B2F09B-6C3F-4BB6-B0B6-558D230D38A2}" presName="linear" presStyleCnt="0">
        <dgm:presLayoutVars>
          <dgm:animLvl val="lvl"/>
          <dgm:resizeHandles val="exact"/>
        </dgm:presLayoutVars>
      </dgm:prSet>
      <dgm:spPr/>
    </dgm:pt>
    <dgm:pt modelId="{C0841FE4-108F-4C01-840C-61891C116229}" type="pres">
      <dgm:prSet presAssocID="{1D41B900-4E95-4726-B2E0-3C1CF20B320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5BE3EBE-6EC0-4776-BEC0-697C45AD2EDB}" type="presOf" srcId="{12B2F09B-6C3F-4BB6-B0B6-558D230D38A2}" destId="{CE9DECB4-D69B-433F-AA76-20F2025EBC3C}" srcOrd="0" destOrd="0" presId="urn:microsoft.com/office/officeart/2005/8/layout/vList2"/>
    <dgm:cxn modelId="{F06DE3EE-842B-48F5-B817-58B3F170BFDB}" srcId="{12B2F09B-6C3F-4BB6-B0B6-558D230D38A2}" destId="{1D41B900-4E95-4726-B2E0-3C1CF20B3205}" srcOrd="0" destOrd="0" parTransId="{33A2CB1B-050F-4624-AFA6-C1CAD35F3D3D}" sibTransId="{9FE8FAB6-D159-4C62-8648-E26D85D1ADCC}"/>
    <dgm:cxn modelId="{550B3CF6-1EA8-467E-8A79-DE88353FB60F}" type="presOf" srcId="{1D41B900-4E95-4726-B2E0-3C1CF20B3205}" destId="{C0841FE4-108F-4C01-840C-61891C116229}" srcOrd="0" destOrd="0" presId="urn:microsoft.com/office/officeart/2005/8/layout/vList2"/>
    <dgm:cxn modelId="{CED47380-05BB-40AC-9F58-FFA5BED335AF}" type="presParOf" srcId="{CE9DECB4-D69B-433F-AA76-20F2025EBC3C}" destId="{C0841FE4-108F-4C01-840C-61891C11622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E7AD7-BF41-4D6B-BDE4-A2C5E7430B4C}">
      <dsp:nvSpPr>
        <dsp:cNvPr id="0" name=""/>
        <dsp:cNvSpPr/>
      </dsp:nvSpPr>
      <dsp:spPr>
        <a:xfrm>
          <a:off x="0" y="51999"/>
          <a:ext cx="8596668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INTRODUCTION TO TALLY</a:t>
          </a:r>
        </a:p>
      </dsp:txBody>
      <dsp:txXfrm>
        <a:off x="59399" y="111398"/>
        <a:ext cx="8477870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57031-23A8-43F5-A609-BE9E5C7D3386}">
      <dsp:nvSpPr>
        <dsp:cNvPr id="0" name=""/>
        <dsp:cNvSpPr/>
      </dsp:nvSpPr>
      <dsp:spPr>
        <a:xfrm>
          <a:off x="0" y="51999"/>
          <a:ext cx="8596668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What is Tally?</a:t>
          </a:r>
        </a:p>
      </dsp:txBody>
      <dsp:txXfrm>
        <a:off x="59399" y="111398"/>
        <a:ext cx="8477870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D5E966-008C-4695-83D3-421E19EFD33C}">
      <dsp:nvSpPr>
        <dsp:cNvPr id="0" name=""/>
        <dsp:cNvSpPr/>
      </dsp:nvSpPr>
      <dsp:spPr>
        <a:xfrm>
          <a:off x="0" y="0"/>
          <a:ext cx="92286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2B481A-23BE-4C8D-B47A-1378922B80A1}">
      <dsp:nvSpPr>
        <dsp:cNvPr id="0" name=""/>
        <dsp:cNvSpPr/>
      </dsp:nvSpPr>
      <dsp:spPr>
        <a:xfrm>
          <a:off x="0" y="0"/>
          <a:ext cx="9228666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Tally is a computerized accounting software.</a:t>
          </a:r>
        </a:p>
      </dsp:txBody>
      <dsp:txXfrm>
        <a:off x="0" y="0"/>
        <a:ext cx="9228666" cy="970193"/>
      </dsp:txXfrm>
    </dsp:sp>
    <dsp:sp modelId="{083E961E-59F7-4E8F-8C1A-24C18447B8D4}">
      <dsp:nvSpPr>
        <dsp:cNvPr id="0" name=""/>
        <dsp:cNvSpPr/>
      </dsp:nvSpPr>
      <dsp:spPr>
        <a:xfrm>
          <a:off x="0" y="970193"/>
          <a:ext cx="92286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BD3016-78F5-494C-A4A1-F74B41726C97}">
      <dsp:nvSpPr>
        <dsp:cNvPr id="0" name=""/>
        <dsp:cNvSpPr/>
      </dsp:nvSpPr>
      <dsp:spPr>
        <a:xfrm>
          <a:off x="0" y="970193"/>
          <a:ext cx="9228666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It is used to record daily business transactions.</a:t>
          </a:r>
        </a:p>
      </dsp:txBody>
      <dsp:txXfrm>
        <a:off x="0" y="970193"/>
        <a:ext cx="9228666" cy="970193"/>
      </dsp:txXfrm>
    </dsp:sp>
    <dsp:sp modelId="{1EC490DB-3CB2-4FAA-ADB3-C8422418F3C3}">
      <dsp:nvSpPr>
        <dsp:cNvPr id="0" name=""/>
        <dsp:cNvSpPr/>
      </dsp:nvSpPr>
      <dsp:spPr>
        <a:xfrm>
          <a:off x="0" y="1940386"/>
          <a:ext cx="92286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C491D4-D01B-424D-A72B-5C970C57AAC5}">
      <dsp:nvSpPr>
        <dsp:cNvPr id="0" name=""/>
        <dsp:cNvSpPr/>
      </dsp:nvSpPr>
      <dsp:spPr>
        <a:xfrm>
          <a:off x="0" y="1940386"/>
          <a:ext cx="9228666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It helps in preparing financial reports automatically.</a:t>
          </a:r>
        </a:p>
      </dsp:txBody>
      <dsp:txXfrm>
        <a:off x="0" y="1940386"/>
        <a:ext cx="9228666" cy="970193"/>
      </dsp:txXfrm>
    </dsp:sp>
    <dsp:sp modelId="{C08C3E56-F2CD-46DE-A7E5-D4CA5A9FBC4C}">
      <dsp:nvSpPr>
        <dsp:cNvPr id="0" name=""/>
        <dsp:cNvSpPr/>
      </dsp:nvSpPr>
      <dsp:spPr>
        <a:xfrm>
          <a:off x="0" y="2910579"/>
          <a:ext cx="92286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90C197-34B6-4B9A-A7BD-9FF9A753B904}">
      <dsp:nvSpPr>
        <dsp:cNvPr id="0" name=""/>
        <dsp:cNvSpPr/>
      </dsp:nvSpPr>
      <dsp:spPr>
        <a:xfrm>
          <a:off x="0" y="2910579"/>
          <a:ext cx="9228666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Examples: Profit &amp; Loss Account, Balance Sheet.</a:t>
          </a:r>
        </a:p>
      </dsp:txBody>
      <dsp:txXfrm>
        <a:off x="0" y="2910579"/>
        <a:ext cx="9228666" cy="9701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12F7C6-066D-4D8B-B44A-402B245C7ADB}">
      <dsp:nvSpPr>
        <dsp:cNvPr id="0" name=""/>
        <dsp:cNvSpPr/>
      </dsp:nvSpPr>
      <dsp:spPr>
        <a:xfrm>
          <a:off x="0" y="51999"/>
          <a:ext cx="8596668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Why Do We Use Tally?</a:t>
          </a:r>
        </a:p>
      </dsp:txBody>
      <dsp:txXfrm>
        <a:off x="59399" y="111398"/>
        <a:ext cx="8477870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E4CC7-8B2A-4DC3-A20A-A60D2A53B023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Who Uses Tally?</a:t>
          </a:r>
        </a:p>
      </dsp:txBody>
      <dsp:txXfrm>
        <a:off x="63968" y="69168"/>
        <a:ext cx="8468732" cy="11824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749D3-EFB4-4CC9-BAD6-7F8CD9641FD2}">
      <dsp:nvSpPr>
        <dsp:cNvPr id="0" name=""/>
        <dsp:cNvSpPr/>
      </dsp:nvSpPr>
      <dsp:spPr>
        <a:xfrm>
          <a:off x="0" y="4894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Accountants</a:t>
          </a:r>
        </a:p>
      </dsp:txBody>
      <dsp:txXfrm>
        <a:off x="42265" y="91211"/>
        <a:ext cx="8512138" cy="781270"/>
      </dsp:txXfrm>
    </dsp:sp>
    <dsp:sp modelId="{EAACB7AA-792E-4B7B-B414-48B3B149E9F6}">
      <dsp:nvSpPr>
        <dsp:cNvPr id="0" name=""/>
        <dsp:cNvSpPr/>
      </dsp:nvSpPr>
      <dsp:spPr>
        <a:xfrm>
          <a:off x="0" y="102130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Business owners</a:t>
          </a:r>
        </a:p>
      </dsp:txBody>
      <dsp:txXfrm>
        <a:off x="42265" y="1063571"/>
        <a:ext cx="8512138" cy="781270"/>
      </dsp:txXfrm>
    </dsp:sp>
    <dsp:sp modelId="{2EBBB0EB-FC48-479D-ABF3-0D80681AFC0F}">
      <dsp:nvSpPr>
        <dsp:cNvPr id="0" name=""/>
        <dsp:cNvSpPr/>
      </dsp:nvSpPr>
      <dsp:spPr>
        <a:xfrm>
          <a:off x="0" y="199366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CA and CMA students</a:t>
          </a:r>
        </a:p>
      </dsp:txBody>
      <dsp:txXfrm>
        <a:off x="42265" y="2035931"/>
        <a:ext cx="8512138" cy="781270"/>
      </dsp:txXfrm>
    </dsp:sp>
    <dsp:sp modelId="{3C2A7211-E136-4CAA-AAB1-AA11507B590C}">
      <dsp:nvSpPr>
        <dsp:cNvPr id="0" name=""/>
        <dsp:cNvSpPr/>
      </dsp:nvSpPr>
      <dsp:spPr>
        <a:xfrm>
          <a:off x="0" y="296602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Small shops and large companies</a:t>
          </a:r>
        </a:p>
      </dsp:txBody>
      <dsp:txXfrm>
        <a:off x="42265" y="3008291"/>
        <a:ext cx="8512138" cy="781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2E1E3-CA59-4402-A82A-66872114F8BB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Versions of Tally</a:t>
          </a:r>
        </a:p>
      </dsp:txBody>
      <dsp:txXfrm>
        <a:off x="63968" y="69168"/>
        <a:ext cx="8468732" cy="11824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D6A70-809E-47E8-8E11-9129F8BDE8E6}">
      <dsp:nvSpPr>
        <dsp:cNvPr id="0" name=""/>
        <dsp:cNvSpPr/>
      </dsp:nvSpPr>
      <dsp:spPr>
        <a:xfrm>
          <a:off x="0" y="0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E5931A-0CD6-454F-965D-2E824EF55CB8}">
      <dsp:nvSpPr>
        <dsp:cNvPr id="0" name=""/>
        <dsp:cNvSpPr/>
      </dsp:nvSpPr>
      <dsp:spPr>
        <a:xfrm>
          <a:off x="0" y="0"/>
          <a:ext cx="8596668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There are different versions of Tally software:</a:t>
          </a:r>
        </a:p>
      </dsp:txBody>
      <dsp:txXfrm>
        <a:off x="0" y="0"/>
        <a:ext cx="8596668" cy="970193"/>
      </dsp:txXfrm>
    </dsp:sp>
    <dsp:sp modelId="{F2694A18-F795-407A-94BE-007A9B2C4255}">
      <dsp:nvSpPr>
        <dsp:cNvPr id="0" name=""/>
        <dsp:cNvSpPr/>
      </dsp:nvSpPr>
      <dsp:spPr>
        <a:xfrm>
          <a:off x="0" y="970193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6C2DD6-3536-4957-8B3B-97B82BFCEBA9}">
      <dsp:nvSpPr>
        <dsp:cNvPr id="0" name=""/>
        <dsp:cNvSpPr/>
      </dsp:nvSpPr>
      <dsp:spPr>
        <a:xfrm>
          <a:off x="0" y="970193"/>
          <a:ext cx="8596668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Tally 7.2 (Old version)</a:t>
          </a:r>
        </a:p>
      </dsp:txBody>
      <dsp:txXfrm>
        <a:off x="0" y="970193"/>
        <a:ext cx="8596668" cy="970193"/>
      </dsp:txXfrm>
    </dsp:sp>
    <dsp:sp modelId="{FC8AD36E-8C06-463E-8C59-7C8EC48307B1}">
      <dsp:nvSpPr>
        <dsp:cNvPr id="0" name=""/>
        <dsp:cNvSpPr/>
      </dsp:nvSpPr>
      <dsp:spPr>
        <a:xfrm>
          <a:off x="0" y="1940386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FC7510-E24B-4115-A823-DEBB38B7D22D}">
      <dsp:nvSpPr>
        <dsp:cNvPr id="0" name=""/>
        <dsp:cNvSpPr/>
      </dsp:nvSpPr>
      <dsp:spPr>
        <a:xfrm>
          <a:off x="0" y="1940386"/>
          <a:ext cx="8596668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Tally ERP 9</a:t>
          </a:r>
        </a:p>
      </dsp:txBody>
      <dsp:txXfrm>
        <a:off x="0" y="1940386"/>
        <a:ext cx="8596668" cy="970193"/>
      </dsp:txXfrm>
    </dsp:sp>
    <dsp:sp modelId="{3D0C6CBD-C788-4948-96B6-41FDD15DD749}">
      <dsp:nvSpPr>
        <dsp:cNvPr id="0" name=""/>
        <dsp:cNvSpPr/>
      </dsp:nvSpPr>
      <dsp:spPr>
        <a:xfrm>
          <a:off x="0" y="2910579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521CA5-33AD-47F8-9240-75CBAF302D8F}">
      <dsp:nvSpPr>
        <dsp:cNvPr id="0" name=""/>
        <dsp:cNvSpPr/>
      </dsp:nvSpPr>
      <dsp:spPr>
        <a:xfrm>
          <a:off x="0" y="2910579"/>
          <a:ext cx="8596668" cy="970193"/>
        </a:xfrm>
        <a:prstGeom prst="rect">
          <a:avLst/>
        </a:prstGeom>
        <a:noFill/>
        <a:ln w="12700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Tally Prime (Latest version)</a:t>
          </a:r>
        </a:p>
      </dsp:txBody>
      <dsp:txXfrm>
        <a:off x="0" y="2910579"/>
        <a:ext cx="8596668" cy="9701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81407-1EE4-457D-A5A2-2223EDE41CFF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Tally ERP 9</a:t>
          </a:r>
        </a:p>
      </dsp:txBody>
      <dsp:txXfrm>
        <a:off x="63968" y="69168"/>
        <a:ext cx="8468732" cy="11824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4B179-CF01-4F87-BACC-ECDE098085B6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Tally Prime</a:t>
          </a:r>
        </a:p>
      </dsp:txBody>
      <dsp:txXfrm>
        <a:off x="63968" y="69168"/>
        <a:ext cx="8468732" cy="11824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4C431-F44A-466C-9374-A485A9CF8DB0}">
      <dsp:nvSpPr>
        <dsp:cNvPr id="0" name=""/>
        <dsp:cNvSpPr/>
      </dsp:nvSpPr>
      <dsp:spPr>
        <a:xfrm>
          <a:off x="0" y="51999"/>
          <a:ext cx="8596668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Difference Between Tally ERP 9 &amp; Tally Prime</a:t>
          </a:r>
        </a:p>
      </dsp:txBody>
      <dsp:txXfrm>
        <a:off x="59399" y="111398"/>
        <a:ext cx="8477870" cy="10980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EE03C-EEEA-421F-9BCF-CCB161606864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Features of Tally</a:t>
          </a:r>
        </a:p>
      </dsp:txBody>
      <dsp:txXfrm>
        <a:off x="63968" y="69168"/>
        <a:ext cx="8468732" cy="118246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1D4336-2474-4A13-ADC8-4B4A15860DC5}">
      <dsp:nvSpPr>
        <dsp:cNvPr id="0" name=""/>
        <dsp:cNvSpPr/>
      </dsp:nvSpPr>
      <dsp:spPr>
        <a:xfrm>
          <a:off x="0" y="355"/>
          <a:ext cx="8596668" cy="13200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Advantages</a:t>
          </a:r>
          <a:r>
            <a:rPr lang="en-US" sz="6000" kern="1200" dirty="0"/>
            <a:t> of Tally</a:t>
          </a:r>
        </a:p>
      </dsp:txBody>
      <dsp:txXfrm>
        <a:off x="64441" y="64796"/>
        <a:ext cx="8467786" cy="119120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9E736-1C25-481D-BA06-BE6E68B92B41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Where is Tally Used?</a:t>
          </a:r>
        </a:p>
      </dsp:txBody>
      <dsp:txXfrm>
        <a:off x="63968" y="69168"/>
        <a:ext cx="8468732" cy="118246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2E876-6EE6-4B6A-9402-0A5CF2560B27}">
      <dsp:nvSpPr>
        <dsp:cNvPr id="0" name=""/>
        <dsp:cNvSpPr/>
      </dsp:nvSpPr>
      <dsp:spPr>
        <a:xfrm>
          <a:off x="0" y="48946"/>
          <a:ext cx="8596668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Small shops</a:t>
          </a:r>
        </a:p>
      </dsp:txBody>
      <dsp:txXfrm>
        <a:off x="42265" y="91211"/>
        <a:ext cx="8512138" cy="781270"/>
      </dsp:txXfrm>
    </dsp:sp>
    <dsp:sp modelId="{E4129897-3EE7-4BE9-ABE5-B2EC82B445DF}">
      <dsp:nvSpPr>
        <dsp:cNvPr id="0" name=""/>
        <dsp:cNvSpPr/>
      </dsp:nvSpPr>
      <dsp:spPr>
        <a:xfrm>
          <a:off x="0" y="1021306"/>
          <a:ext cx="8596668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Trading businesses</a:t>
          </a:r>
        </a:p>
      </dsp:txBody>
      <dsp:txXfrm>
        <a:off x="42265" y="1063571"/>
        <a:ext cx="8512138" cy="781270"/>
      </dsp:txXfrm>
    </dsp:sp>
    <dsp:sp modelId="{457EAD4B-A638-4BBA-B59A-3BC2B08A7037}">
      <dsp:nvSpPr>
        <dsp:cNvPr id="0" name=""/>
        <dsp:cNvSpPr/>
      </dsp:nvSpPr>
      <dsp:spPr>
        <a:xfrm>
          <a:off x="0" y="1993666"/>
          <a:ext cx="8596668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Manufacturing companies</a:t>
          </a:r>
        </a:p>
      </dsp:txBody>
      <dsp:txXfrm>
        <a:off x="42265" y="2035931"/>
        <a:ext cx="8512138" cy="781270"/>
      </dsp:txXfrm>
    </dsp:sp>
    <dsp:sp modelId="{572281BF-280F-4B1D-9946-F08639F2F231}">
      <dsp:nvSpPr>
        <dsp:cNvPr id="0" name=""/>
        <dsp:cNvSpPr/>
      </dsp:nvSpPr>
      <dsp:spPr>
        <a:xfrm>
          <a:off x="0" y="2966026"/>
          <a:ext cx="8596668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Service-based companies</a:t>
          </a:r>
        </a:p>
      </dsp:txBody>
      <dsp:txXfrm>
        <a:off x="42265" y="3008291"/>
        <a:ext cx="8512138" cy="78127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3BFD9-DFEE-4303-A4C0-F7D03C4432F3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System Requirements</a:t>
          </a:r>
        </a:p>
      </dsp:txBody>
      <dsp:txXfrm>
        <a:off x="63968" y="69168"/>
        <a:ext cx="8468732" cy="11824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77B1A-E881-4A3E-BB3C-DC3CD7C8587D}">
      <dsp:nvSpPr>
        <dsp:cNvPr id="0" name=""/>
        <dsp:cNvSpPr/>
      </dsp:nvSpPr>
      <dsp:spPr>
        <a:xfrm>
          <a:off x="0" y="345226"/>
          <a:ext cx="8596668" cy="98279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Windows operating system</a:t>
          </a:r>
        </a:p>
      </dsp:txBody>
      <dsp:txXfrm>
        <a:off x="47976" y="393202"/>
        <a:ext cx="8500716" cy="886847"/>
      </dsp:txXfrm>
    </dsp:sp>
    <dsp:sp modelId="{451E6811-0F53-4D0C-868B-1F6FAD151039}">
      <dsp:nvSpPr>
        <dsp:cNvPr id="0" name=""/>
        <dsp:cNvSpPr/>
      </dsp:nvSpPr>
      <dsp:spPr>
        <a:xfrm>
          <a:off x="0" y="1448986"/>
          <a:ext cx="8596668" cy="98279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Minimum 2 GB RAM</a:t>
          </a:r>
        </a:p>
      </dsp:txBody>
      <dsp:txXfrm>
        <a:off x="47976" y="1496962"/>
        <a:ext cx="8500716" cy="886847"/>
      </dsp:txXfrm>
    </dsp:sp>
    <dsp:sp modelId="{3951106F-40EE-4C0B-AECD-E09F8722A134}">
      <dsp:nvSpPr>
        <dsp:cNvPr id="0" name=""/>
        <dsp:cNvSpPr/>
      </dsp:nvSpPr>
      <dsp:spPr>
        <a:xfrm>
          <a:off x="0" y="2552746"/>
          <a:ext cx="8596668" cy="98279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Internet connection for activation</a:t>
          </a:r>
        </a:p>
      </dsp:txBody>
      <dsp:txXfrm>
        <a:off x="47976" y="2600722"/>
        <a:ext cx="8500716" cy="88684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D7A1E-ABB8-4D47-9169-BABF644C0146}">
      <dsp:nvSpPr>
        <dsp:cNvPr id="0" name=""/>
        <dsp:cNvSpPr/>
      </dsp:nvSpPr>
      <dsp:spPr>
        <a:xfrm>
          <a:off x="0" y="110499"/>
          <a:ext cx="8596668" cy="1099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Download Tally – Step by Step</a:t>
          </a:r>
        </a:p>
      </dsp:txBody>
      <dsp:txXfrm>
        <a:off x="53688" y="164187"/>
        <a:ext cx="8489292" cy="99242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1F45C5-724B-4318-8E37-8FFEC056CD74}">
      <dsp:nvSpPr>
        <dsp:cNvPr id="0" name=""/>
        <dsp:cNvSpPr/>
      </dsp:nvSpPr>
      <dsp:spPr>
        <a:xfrm>
          <a:off x="-4387036" y="-672892"/>
          <a:ext cx="5226558" cy="5226558"/>
        </a:xfrm>
        <a:prstGeom prst="blockArc">
          <a:avLst>
            <a:gd name="adj1" fmla="val 18900000"/>
            <a:gd name="adj2" fmla="val 2700000"/>
            <a:gd name="adj3" fmla="val 413"/>
          </a:avLst>
        </a:prstGeom>
        <a:noFill/>
        <a:ln w="1905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3A2458-43A9-4429-8B87-FAB8D3B9D7B2}">
      <dsp:nvSpPr>
        <dsp:cNvPr id="0" name=""/>
        <dsp:cNvSpPr/>
      </dsp:nvSpPr>
      <dsp:spPr>
        <a:xfrm>
          <a:off x="439789" y="298353"/>
          <a:ext cx="8104585" cy="59701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388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Open any web browser.</a:t>
          </a:r>
        </a:p>
      </dsp:txBody>
      <dsp:txXfrm>
        <a:off x="439789" y="298353"/>
        <a:ext cx="8104585" cy="597018"/>
      </dsp:txXfrm>
    </dsp:sp>
    <dsp:sp modelId="{7AAA7FC7-E45E-441D-9445-9CDC533CBD7D}">
      <dsp:nvSpPr>
        <dsp:cNvPr id="0" name=""/>
        <dsp:cNvSpPr/>
      </dsp:nvSpPr>
      <dsp:spPr>
        <a:xfrm>
          <a:off x="66652" y="223726"/>
          <a:ext cx="746272" cy="7462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54E4D2F-B554-456D-8682-B426EFE1337E}">
      <dsp:nvSpPr>
        <dsp:cNvPr id="0" name=""/>
        <dsp:cNvSpPr/>
      </dsp:nvSpPr>
      <dsp:spPr>
        <a:xfrm>
          <a:off x="782073" y="1194036"/>
          <a:ext cx="7762301" cy="59701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388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Go to www.tallysolutions.com</a:t>
          </a:r>
        </a:p>
      </dsp:txBody>
      <dsp:txXfrm>
        <a:off x="782073" y="1194036"/>
        <a:ext cx="7762301" cy="597018"/>
      </dsp:txXfrm>
    </dsp:sp>
    <dsp:sp modelId="{0BAEA991-522B-4868-A763-B79600B14E16}">
      <dsp:nvSpPr>
        <dsp:cNvPr id="0" name=""/>
        <dsp:cNvSpPr/>
      </dsp:nvSpPr>
      <dsp:spPr>
        <a:xfrm>
          <a:off x="408937" y="1119408"/>
          <a:ext cx="746272" cy="7462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17F1C88-18D2-4534-AA68-0E1E698407BC}">
      <dsp:nvSpPr>
        <dsp:cNvPr id="0" name=""/>
        <dsp:cNvSpPr/>
      </dsp:nvSpPr>
      <dsp:spPr>
        <a:xfrm>
          <a:off x="782073" y="2089718"/>
          <a:ext cx="7762301" cy="59701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388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Click on Download Tally Prime.</a:t>
          </a:r>
        </a:p>
      </dsp:txBody>
      <dsp:txXfrm>
        <a:off x="782073" y="2089718"/>
        <a:ext cx="7762301" cy="597018"/>
      </dsp:txXfrm>
    </dsp:sp>
    <dsp:sp modelId="{734B39FC-E23A-4340-BD14-0E34B8790CA1}">
      <dsp:nvSpPr>
        <dsp:cNvPr id="0" name=""/>
        <dsp:cNvSpPr/>
      </dsp:nvSpPr>
      <dsp:spPr>
        <a:xfrm>
          <a:off x="408937" y="2015091"/>
          <a:ext cx="746272" cy="7462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7DB2E0-BD1C-49B0-8B6C-1765A640E7F8}">
      <dsp:nvSpPr>
        <dsp:cNvPr id="0" name=""/>
        <dsp:cNvSpPr/>
      </dsp:nvSpPr>
      <dsp:spPr>
        <a:xfrm>
          <a:off x="439789" y="2985401"/>
          <a:ext cx="8104585" cy="59701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388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Save the setup file.</a:t>
          </a:r>
        </a:p>
      </dsp:txBody>
      <dsp:txXfrm>
        <a:off x="439789" y="2985401"/>
        <a:ext cx="8104585" cy="597018"/>
      </dsp:txXfrm>
    </dsp:sp>
    <dsp:sp modelId="{55FF4EBF-3CCC-4A07-A2C8-D31037E4859F}">
      <dsp:nvSpPr>
        <dsp:cNvPr id="0" name=""/>
        <dsp:cNvSpPr/>
      </dsp:nvSpPr>
      <dsp:spPr>
        <a:xfrm>
          <a:off x="66652" y="2910773"/>
          <a:ext cx="746272" cy="7462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338D6-B958-4A04-B41E-CAA2DFC0A0EB}">
      <dsp:nvSpPr>
        <dsp:cNvPr id="0" name=""/>
        <dsp:cNvSpPr/>
      </dsp:nvSpPr>
      <dsp:spPr>
        <a:xfrm>
          <a:off x="0" y="51999"/>
          <a:ext cx="8596668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Install Tally – Step by Step</a:t>
          </a:r>
        </a:p>
      </dsp:txBody>
      <dsp:txXfrm>
        <a:off x="59399" y="111398"/>
        <a:ext cx="8477870" cy="109800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5CDD3-CA5D-472A-8978-765C7A38A1E2}">
      <dsp:nvSpPr>
        <dsp:cNvPr id="0" name=""/>
        <dsp:cNvSpPr/>
      </dsp:nvSpPr>
      <dsp:spPr>
        <a:xfrm>
          <a:off x="0" y="4894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Open the downloaded setup file.</a:t>
          </a:r>
        </a:p>
      </dsp:txBody>
      <dsp:txXfrm>
        <a:off x="42265" y="91211"/>
        <a:ext cx="8512138" cy="781270"/>
      </dsp:txXfrm>
    </dsp:sp>
    <dsp:sp modelId="{F43FC455-942C-4606-B8BF-CC575F1DA2F0}">
      <dsp:nvSpPr>
        <dsp:cNvPr id="0" name=""/>
        <dsp:cNvSpPr/>
      </dsp:nvSpPr>
      <dsp:spPr>
        <a:xfrm>
          <a:off x="0" y="102130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Click on Install.</a:t>
          </a:r>
        </a:p>
      </dsp:txBody>
      <dsp:txXfrm>
        <a:off x="42265" y="1063571"/>
        <a:ext cx="8512138" cy="781270"/>
      </dsp:txXfrm>
    </dsp:sp>
    <dsp:sp modelId="{AFCB1452-F882-4B52-B786-5DB1C044A963}">
      <dsp:nvSpPr>
        <dsp:cNvPr id="0" name=""/>
        <dsp:cNvSpPr/>
      </dsp:nvSpPr>
      <dsp:spPr>
        <a:xfrm>
          <a:off x="0" y="199366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Choose installation location.</a:t>
          </a:r>
        </a:p>
      </dsp:txBody>
      <dsp:txXfrm>
        <a:off x="42265" y="2035931"/>
        <a:ext cx="8512138" cy="781270"/>
      </dsp:txXfrm>
    </dsp:sp>
    <dsp:sp modelId="{CD80BCC1-CB75-47F0-BB46-B9DD1C2AE1B9}">
      <dsp:nvSpPr>
        <dsp:cNvPr id="0" name=""/>
        <dsp:cNvSpPr/>
      </dsp:nvSpPr>
      <dsp:spPr>
        <a:xfrm>
          <a:off x="0" y="2966026"/>
          <a:ext cx="8596668" cy="865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Complete the installation process.</a:t>
          </a:r>
        </a:p>
      </dsp:txBody>
      <dsp:txXfrm>
        <a:off x="42265" y="3008291"/>
        <a:ext cx="8512138" cy="78127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76760-15ED-4589-9B3F-39A2FCC584DC}">
      <dsp:nvSpPr>
        <dsp:cNvPr id="0" name=""/>
        <dsp:cNvSpPr/>
      </dsp:nvSpPr>
      <dsp:spPr>
        <a:xfrm>
          <a:off x="0" y="5200"/>
          <a:ext cx="8596668" cy="131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Activate Tally</a:t>
          </a:r>
        </a:p>
      </dsp:txBody>
      <dsp:txXfrm>
        <a:off x="63968" y="69168"/>
        <a:ext cx="8468732" cy="118246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354B3-8152-4E8A-9B9B-128F669FA104}">
      <dsp:nvSpPr>
        <dsp:cNvPr id="0" name=""/>
        <dsp:cNvSpPr/>
      </dsp:nvSpPr>
      <dsp:spPr>
        <a:xfrm>
          <a:off x="0" y="48946"/>
          <a:ext cx="9198186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After installation, open Tally.</a:t>
          </a:r>
        </a:p>
      </dsp:txBody>
      <dsp:txXfrm>
        <a:off x="42265" y="91211"/>
        <a:ext cx="9113656" cy="781270"/>
      </dsp:txXfrm>
    </dsp:sp>
    <dsp:sp modelId="{D4F27BC5-37CC-43F1-ABD4-96AD3B17346A}">
      <dsp:nvSpPr>
        <dsp:cNvPr id="0" name=""/>
        <dsp:cNvSpPr/>
      </dsp:nvSpPr>
      <dsp:spPr>
        <a:xfrm>
          <a:off x="0" y="1021306"/>
          <a:ext cx="9198186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Choose activation option.</a:t>
          </a:r>
        </a:p>
      </dsp:txBody>
      <dsp:txXfrm>
        <a:off x="42265" y="1063571"/>
        <a:ext cx="9113656" cy="781270"/>
      </dsp:txXfrm>
    </dsp:sp>
    <dsp:sp modelId="{520A5F95-16EF-4A51-8C01-7382B3F97F70}">
      <dsp:nvSpPr>
        <dsp:cNvPr id="0" name=""/>
        <dsp:cNvSpPr/>
      </dsp:nvSpPr>
      <dsp:spPr>
        <a:xfrm>
          <a:off x="0" y="1993666"/>
          <a:ext cx="9198186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Select Educational License for students.</a:t>
          </a:r>
        </a:p>
      </dsp:txBody>
      <dsp:txXfrm>
        <a:off x="42265" y="2035931"/>
        <a:ext cx="9113656" cy="781270"/>
      </dsp:txXfrm>
    </dsp:sp>
    <dsp:sp modelId="{A01F56CB-B4BC-40BF-A297-D09D4B13E30E}">
      <dsp:nvSpPr>
        <dsp:cNvPr id="0" name=""/>
        <dsp:cNvSpPr/>
      </dsp:nvSpPr>
      <dsp:spPr>
        <a:xfrm>
          <a:off x="0" y="2966026"/>
          <a:ext cx="9198186" cy="865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Activation will be completed.</a:t>
          </a:r>
        </a:p>
      </dsp:txBody>
      <dsp:txXfrm>
        <a:off x="42265" y="3008291"/>
        <a:ext cx="9113656" cy="78127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D3179-4509-4FA3-9FA9-52E1518C61D9}">
      <dsp:nvSpPr>
        <dsp:cNvPr id="0" name=""/>
        <dsp:cNvSpPr/>
      </dsp:nvSpPr>
      <dsp:spPr>
        <a:xfrm>
          <a:off x="0" y="63700"/>
          <a:ext cx="8596668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What is a Company in Tally?</a:t>
          </a:r>
        </a:p>
      </dsp:txBody>
      <dsp:txXfrm>
        <a:off x="58257" y="121957"/>
        <a:ext cx="8480154" cy="107688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7D075-85EF-49B1-B658-05AFCBCB8B16}">
      <dsp:nvSpPr>
        <dsp:cNvPr id="0" name=""/>
        <dsp:cNvSpPr/>
      </dsp:nvSpPr>
      <dsp:spPr>
        <a:xfrm>
          <a:off x="-4387036" y="-672892"/>
          <a:ext cx="5226558" cy="5226558"/>
        </a:xfrm>
        <a:prstGeom prst="blockArc">
          <a:avLst>
            <a:gd name="adj1" fmla="val 18900000"/>
            <a:gd name="adj2" fmla="val 2700000"/>
            <a:gd name="adj3" fmla="val 413"/>
          </a:avLst>
        </a:prstGeom>
        <a:noFill/>
        <a:ln w="19050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316BDC-C20A-45D9-BECD-BFEEC9D8FCA2}">
      <dsp:nvSpPr>
        <dsp:cNvPr id="0" name=""/>
        <dsp:cNvSpPr/>
      </dsp:nvSpPr>
      <dsp:spPr>
        <a:xfrm>
          <a:off x="539913" y="388077"/>
          <a:ext cx="8727900" cy="77615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07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company in Tally means a business account.</a:t>
          </a:r>
        </a:p>
      </dsp:txBody>
      <dsp:txXfrm>
        <a:off x="539913" y="388077"/>
        <a:ext cx="8727900" cy="776154"/>
      </dsp:txXfrm>
    </dsp:sp>
    <dsp:sp modelId="{E4EC9BA0-4A18-41B4-822A-2CEDF42B73E9}">
      <dsp:nvSpPr>
        <dsp:cNvPr id="0" name=""/>
        <dsp:cNvSpPr/>
      </dsp:nvSpPr>
      <dsp:spPr>
        <a:xfrm>
          <a:off x="54816" y="291057"/>
          <a:ext cx="970193" cy="970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F670D8-E93B-4EDD-B9A3-92212F3904EC}">
      <dsp:nvSpPr>
        <dsp:cNvPr id="0" name=""/>
        <dsp:cNvSpPr/>
      </dsp:nvSpPr>
      <dsp:spPr>
        <a:xfrm>
          <a:off x="822045" y="1552309"/>
          <a:ext cx="8445767" cy="77615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07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All accounting data is stored inside a company.</a:t>
          </a:r>
        </a:p>
      </dsp:txBody>
      <dsp:txXfrm>
        <a:off x="822045" y="1552309"/>
        <a:ext cx="8445767" cy="776154"/>
      </dsp:txXfrm>
    </dsp:sp>
    <dsp:sp modelId="{FF43F9FE-1FD0-4528-B076-7393EED374AE}">
      <dsp:nvSpPr>
        <dsp:cNvPr id="0" name=""/>
        <dsp:cNvSpPr/>
      </dsp:nvSpPr>
      <dsp:spPr>
        <a:xfrm>
          <a:off x="336948" y="1455289"/>
          <a:ext cx="970193" cy="970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BA89680-8246-47A7-8D29-C5A674E3FFB4}">
      <dsp:nvSpPr>
        <dsp:cNvPr id="0" name=""/>
        <dsp:cNvSpPr/>
      </dsp:nvSpPr>
      <dsp:spPr>
        <a:xfrm>
          <a:off x="539913" y="2716541"/>
          <a:ext cx="8727900" cy="77615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07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Each business needs a separate company.</a:t>
          </a:r>
        </a:p>
      </dsp:txBody>
      <dsp:txXfrm>
        <a:off x="539913" y="2716541"/>
        <a:ext cx="8727900" cy="776154"/>
      </dsp:txXfrm>
    </dsp:sp>
    <dsp:sp modelId="{617E7146-3BDC-4F8E-B534-ED4CC6B25020}">
      <dsp:nvSpPr>
        <dsp:cNvPr id="0" name=""/>
        <dsp:cNvSpPr/>
      </dsp:nvSpPr>
      <dsp:spPr>
        <a:xfrm>
          <a:off x="54816" y="2619521"/>
          <a:ext cx="970193" cy="970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2B921-7EB4-4C41-B0C1-C0B059930615}">
      <dsp:nvSpPr>
        <dsp:cNvPr id="0" name=""/>
        <dsp:cNvSpPr/>
      </dsp:nvSpPr>
      <dsp:spPr>
        <a:xfrm>
          <a:off x="0" y="32987"/>
          <a:ext cx="8596668" cy="12548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Company Info Menu</a:t>
          </a:r>
        </a:p>
      </dsp:txBody>
      <dsp:txXfrm>
        <a:off x="61256" y="94243"/>
        <a:ext cx="8474156" cy="113231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032E2-3B7E-4AE3-BEB0-7A196DEAC714}">
      <dsp:nvSpPr>
        <dsp:cNvPr id="0" name=""/>
        <dsp:cNvSpPr/>
      </dsp:nvSpPr>
      <dsp:spPr>
        <a:xfrm>
          <a:off x="0" y="355666"/>
          <a:ext cx="8596668" cy="7253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Create Company – to create a new business</a:t>
          </a:r>
        </a:p>
      </dsp:txBody>
      <dsp:txXfrm>
        <a:off x="35411" y="391077"/>
        <a:ext cx="8525846" cy="654577"/>
      </dsp:txXfrm>
    </dsp:sp>
    <dsp:sp modelId="{48B15204-3DB4-4162-B637-F63D5A135DB8}">
      <dsp:nvSpPr>
        <dsp:cNvPr id="0" name=""/>
        <dsp:cNvSpPr/>
      </dsp:nvSpPr>
      <dsp:spPr>
        <a:xfrm>
          <a:off x="0" y="1170346"/>
          <a:ext cx="8596668" cy="7253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Alter Company – to modify company details</a:t>
          </a:r>
        </a:p>
      </dsp:txBody>
      <dsp:txXfrm>
        <a:off x="35411" y="1205757"/>
        <a:ext cx="8525846" cy="654577"/>
      </dsp:txXfrm>
    </dsp:sp>
    <dsp:sp modelId="{9BAA3A8E-3DBC-4903-A2F4-658F6116AD7B}">
      <dsp:nvSpPr>
        <dsp:cNvPr id="0" name=""/>
        <dsp:cNvSpPr/>
      </dsp:nvSpPr>
      <dsp:spPr>
        <a:xfrm>
          <a:off x="0" y="1985026"/>
          <a:ext cx="8596668" cy="7253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Select Company – to open an existing company</a:t>
          </a:r>
        </a:p>
      </dsp:txBody>
      <dsp:txXfrm>
        <a:off x="35411" y="2020437"/>
        <a:ext cx="8525846" cy="654577"/>
      </dsp:txXfrm>
    </dsp:sp>
    <dsp:sp modelId="{098BA2B0-A43C-4B6C-8E22-A32E3F53EA63}">
      <dsp:nvSpPr>
        <dsp:cNvPr id="0" name=""/>
        <dsp:cNvSpPr/>
      </dsp:nvSpPr>
      <dsp:spPr>
        <a:xfrm>
          <a:off x="0" y="2799706"/>
          <a:ext cx="8596668" cy="7253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Shut Company – to close an open company</a:t>
          </a:r>
        </a:p>
      </dsp:txBody>
      <dsp:txXfrm>
        <a:off x="35411" y="2835117"/>
        <a:ext cx="8525846" cy="65457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DDC88-B13C-4529-AF27-F91EDA2B0BC1}">
      <dsp:nvSpPr>
        <dsp:cNvPr id="0" name=""/>
        <dsp:cNvSpPr/>
      </dsp:nvSpPr>
      <dsp:spPr>
        <a:xfrm>
          <a:off x="0" y="133900"/>
          <a:ext cx="8596668" cy="1053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Create Company – Step by Step</a:t>
          </a:r>
        </a:p>
      </dsp:txBody>
      <dsp:txXfrm>
        <a:off x="51403" y="185303"/>
        <a:ext cx="8493862" cy="95019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DB8A4-C31A-4E95-A846-E908B8D87A40}">
      <dsp:nvSpPr>
        <dsp:cNvPr id="0" name=""/>
        <dsp:cNvSpPr/>
      </dsp:nvSpPr>
      <dsp:spPr>
        <a:xfrm>
          <a:off x="-4387036" y="-672892"/>
          <a:ext cx="5226558" cy="5226558"/>
        </a:xfrm>
        <a:prstGeom prst="blockArc">
          <a:avLst>
            <a:gd name="adj1" fmla="val 18900000"/>
            <a:gd name="adj2" fmla="val 2700000"/>
            <a:gd name="adj3" fmla="val 413"/>
          </a:avLst>
        </a:prstGeom>
        <a:noFill/>
        <a:ln w="1905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44B03-B6E9-4EA4-8E63-1B1BD70A8F7A}">
      <dsp:nvSpPr>
        <dsp:cNvPr id="0" name=""/>
        <dsp:cNvSpPr/>
      </dsp:nvSpPr>
      <dsp:spPr>
        <a:xfrm>
          <a:off x="367606" y="242470"/>
          <a:ext cx="8176768" cy="48525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516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Open Tally software.</a:t>
          </a:r>
        </a:p>
      </dsp:txBody>
      <dsp:txXfrm>
        <a:off x="367606" y="242470"/>
        <a:ext cx="8176768" cy="485251"/>
      </dsp:txXfrm>
    </dsp:sp>
    <dsp:sp modelId="{8A768F7B-4A8E-4D26-BFA2-7C89C4096118}">
      <dsp:nvSpPr>
        <dsp:cNvPr id="0" name=""/>
        <dsp:cNvSpPr/>
      </dsp:nvSpPr>
      <dsp:spPr>
        <a:xfrm>
          <a:off x="64324" y="181814"/>
          <a:ext cx="606564" cy="6065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A07840C-C2EC-4012-89E6-4E82519F99B2}">
      <dsp:nvSpPr>
        <dsp:cNvPr id="0" name=""/>
        <dsp:cNvSpPr/>
      </dsp:nvSpPr>
      <dsp:spPr>
        <a:xfrm>
          <a:off x="715324" y="970115"/>
          <a:ext cx="7829051" cy="48525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516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 Create Company option.</a:t>
          </a:r>
        </a:p>
      </dsp:txBody>
      <dsp:txXfrm>
        <a:off x="715324" y="970115"/>
        <a:ext cx="7829051" cy="485251"/>
      </dsp:txXfrm>
    </dsp:sp>
    <dsp:sp modelId="{BA6B399F-754A-47B3-AD3E-99FDF8BF98AB}">
      <dsp:nvSpPr>
        <dsp:cNvPr id="0" name=""/>
        <dsp:cNvSpPr/>
      </dsp:nvSpPr>
      <dsp:spPr>
        <a:xfrm>
          <a:off x="412041" y="909459"/>
          <a:ext cx="606564" cy="6065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1D5C48E-515F-4CFC-9A3E-0D899F478CFA}">
      <dsp:nvSpPr>
        <dsp:cNvPr id="0" name=""/>
        <dsp:cNvSpPr/>
      </dsp:nvSpPr>
      <dsp:spPr>
        <a:xfrm>
          <a:off x="822045" y="1697760"/>
          <a:ext cx="7722329" cy="48525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516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Enter company name and address.</a:t>
          </a:r>
        </a:p>
      </dsp:txBody>
      <dsp:txXfrm>
        <a:off x="822045" y="1697760"/>
        <a:ext cx="7722329" cy="485251"/>
      </dsp:txXfrm>
    </dsp:sp>
    <dsp:sp modelId="{DC70CA91-692B-4D92-A06C-7F3B41E9FF28}">
      <dsp:nvSpPr>
        <dsp:cNvPr id="0" name=""/>
        <dsp:cNvSpPr/>
      </dsp:nvSpPr>
      <dsp:spPr>
        <a:xfrm>
          <a:off x="518763" y="1637104"/>
          <a:ext cx="606564" cy="6065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70F943A-5491-4846-9BBB-1C823EF19B47}">
      <dsp:nvSpPr>
        <dsp:cNvPr id="0" name=""/>
        <dsp:cNvSpPr/>
      </dsp:nvSpPr>
      <dsp:spPr>
        <a:xfrm>
          <a:off x="715324" y="2425405"/>
          <a:ext cx="7829051" cy="48525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516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Set financial year and currency.</a:t>
          </a:r>
        </a:p>
      </dsp:txBody>
      <dsp:txXfrm>
        <a:off x="715324" y="2425405"/>
        <a:ext cx="7829051" cy="485251"/>
      </dsp:txXfrm>
    </dsp:sp>
    <dsp:sp modelId="{A042FE16-F304-47EB-905E-F6613A07CB89}">
      <dsp:nvSpPr>
        <dsp:cNvPr id="0" name=""/>
        <dsp:cNvSpPr/>
      </dsp:nvSpPr>
      <dsp:spPr>
        <a:xfrm>
          <a:off x="412041" y="2364749"/>
          <a:ext cx="606564" cy="6065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082216-99BA-48EF-AADD-BCB85A074A09}">
      <dsp:nvSpPr>
        <dsp:cNvPr id="0" name=""/>
        <dsp:cNvSpPr/>
      </dsp:nvSpPr>
      <dsp:spPr>
        <a:xfrm>
          <a:off x="367606" y="3153050"/>
          <a:ext cx="8176768" cy="48525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516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Press Ctrl + A to save.</a:t>
          </a:r>
        </a:p>
      </dsp:txBody>
      <dsp:txXfrm>
        <a:off x="367606" y="3153050"/>
        <a:ext cx="8176768" cy="485251"/>
      </dsp:txXfrm>
    </dsp:sp>
    <dsp:sp modelId="{A8A361CF-DAFB-487E-A3CC-A5490059D7B0}">
      <dsp:nvSpPr>
        <dsp:cNvPr id="0" name=""/>
        <dsp:cNvSpPr/>
      </dsp:nvSpPr>
      <dsp:spPr>
        <a:xfrm>
          <a:off x="64324" y="3092393"/>
          <a:ext cx="606564" cy="6065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5952D1-5E5D-4059-9A86-2070AA62CB50}">
      <dsp:nvSpPr>
        <dsp:cNvPr id="0" name=""/>
        <dsp:cNvSpPr/>
      </dsp:nvSpPr>
      <dsp:spPr>
        <a:xfrm>
          <a:off x="0" y="0"/>
          <a:ext cx="8596668" cy="13208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Alter and Select Company</a:t>
          </a:r>
        </a:p>
      </dsp:txBody>
      <dsp:txXfrm>
        <a:off x="0" y="0"/>
        <a:ext cx="8596668" cy="132080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6FF52-6228-493A-9BD2-E5E51D6CE918}">
      <dsp:nvSpPr>
        <dsp:cNvPr id="0" name=""/>
        <dsp:cNvSpPr/>
      </dsp:nvSpPr>
      <dsp:spPr>
        <a:xfrm>
          <a:off x="0" y="2342252"/>
          <a:ext cx="8596668" cy="15367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Select Company is used to open an already created company.</a:t>
          </a:r>
        </a:p>
      </dsp:txBody>
      <dsp:txXfrm>
        <a:off x="0" y="2342252"/>
        <a:ext cx="8596668" cy="1536770"/>
      </dsp:txXfrm>
    </dsp:sp>
    <dsp:sp modelId="{EBFFE959-49D4-4411-8228-84BD0F340A69}">
      <dsp:nvSpPr>
        <dsp:cNvPr id="0" name=""/>
        <dsp:cNvSpPr/>
      </dsp:nvSpPr>
      <dsp:spPr>
        <a:xfrm rot="10800000">
          <a:off x="0" y="1749"/>
          <a:ext cx="8596668" cy="2363553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Alter Company is used to edit existing company details.</a:t>
          </a:r>
        </a:p>
      </dsp:txBody>
      <dsp:txXfrm rot="10800000">
        <a:off x="0" y="1749"/>
        <a:ext cx="8596668" cy="153576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41FE4-108F-4C01-840C-61891C116229}">
      <dsp:nvSpPr>
        <dsp:cNvPr id="0" name=""/>
        <dsp:cNvSpPr/>
      </dsp:nvSpPr>
      <dsp:spPr>
        <a:xfrm>
          <a:off x="0" y="32987"/>
          <a:ext cx="8596668" cy="12548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Summary</a:t>
          </a:r>
        </a:p>
      </dsp:txBody>
      <dsp:txXfrm>
        <a:off x="61256" y="94243"/>
        <a:ext cx="8474156" cy="1132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8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2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1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7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6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8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33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7580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44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8401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68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6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3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5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0" Type="http://schemas.openxmlformats.org/officeDocument/2006/relationships/diagramColors" Target="../diagrams/colors15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5FF4B69-1DCD-AA30-DDFC-395562A98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80373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889066" cy="3880773"/>
          </a:xfrm>
        </p:spPr>
        <p:txBody>
          <a:bodyPr>
            <a:normAutofit fontScale="92500"/>
          </a:bodyPr>
          <a:lstStyle/>
          <a:p>
            <a:r>
              <a:rPr sz="2800" dirty="0"/>
              <a:t>Tally is an accounting software used for business accounting.</a:t>
            </a:r>
          </a:p>
          <a:p>
            <a:r>
              <a:rPr sz="2800" dirty="0"/>
              <a:t>In this </a:t>
            </a:r>
            <a:r>
              <a:rPr lang="en-US" sz="2800" dirty="0"/>
              <a:t>class</a:t>
            </a:r>
            <a:r>
              <a:rPr sz="2800" dirty="0"/>
              <a:t> we will learn:</a:t>
            </a:r>
          </a:p>
          <a:p>
            <a:r>
              <a:rPr lang="en-US" sz="2800" dirty="0"/>
              <a:t>• </a:t>
            </a:r>
            <a:r>
              <a:rPr sz="2800" dirty="0"/>
              <a:t>What is Tally</a:t>
            </a:r>
          </a:p>
          <a:p>
            <a:r>
              <a:rPr sz="2800" dirty="0"/>
              <a:t>• Versions of Tally</a:t>
            </a:r>
          </a:p>
          <a:p>
            <a:r>
              <a:rPr sz="2800" dirty="0"/>
              <a:t>• Features and Advantages</a:t>
            </a:r>
          </a:p>
          <a:p>
            <a:r>
              <a:rPr sz="2800" dirty="0"/>
              <a:t>• Installation and Activation</a:t>
            </a:r>
          </a:p>
          <a:p>
            <a:r>
              <a:rPr sz="2800" dirty="0"/>
              <a:t>• Company Info Menu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7E266F-A393-76B9-995C-35BC8D29B9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410035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BC3254-F3BB-9863-5C5C-DE85C155E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116225"/>
              </p:ext>
            </p:extLst>
          </p:nvPr>
        </p:nvGraphicFramePr>
        <p:xfrm>
          <a:off x="677334" y="2160589"/>
          <a:ext cx="9228666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3CD272B-1A0A-871A-7586-20E1D9B49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41302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364136"/>
            <a:ext cx="8596668" cy="3880773"/>
          </a:xfrm>
        </p:spPr>
        <p:txBody>
          <a:bodyPr anchor="t">
            <a:normAutofit/>
          </a:bodyPr>
          <a:lstStyle/>
          <a:p>
            <a:r>
              <a:rPr sz="2800" dirty="0"/>
              <a:t>Manual accounting takes more time and effort.</a:t>
            </a:r>
          </a:p>
          <a:p>
            <a:r>
              <a:rPr sz="2800" dirty="0"/>
              <a:t>Tally makes accounting easy and fast.</a:t>
            </a:r>
          </a:p>
          <a:p>
            <a:r>
              <a:rPr sz="2800" dirty="0"/>
              <a:t>It reduces calculation errors.</a:t>
            </a:r>
          </a:p>
          <a:p>
            <a:r>
              <a:rPr sz="2800" dirty="0"/>
              <a:t>Reports can be generated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014551E-97DB-4BFE-5A43-96E280164E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9982896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0A40C58-DADB-0D9E-05C6-4600D52181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68150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AE10A7D-EA58-1461-02BB-34A1D2F17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3923338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3513A4-C109-1840-607C-E6F4972DE0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618076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4DE01B-4DA1-C684-A7E4-AA44E562D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612067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sz="3200" dirty="0"/>
              <a:t>Tally ERP 9 is an older popular version.</a:t>
            </a:r>
          </a:p>
          <a:p>
            <a:r>
              <a:rPr sz="3200" dirty="0"/>
              <a:t>It uses a traditional menu-based interface.</a:t>
            </a:r>
          </a:p>
          <a:p>
            <a:r>
              <a:rPr sz="3200" dirty="0"/>
              <a:t>Many companies used this version earlier.</a:t>
            </a:r>
          </a:p>
          <a:p>
            <a:r>
              <a:rPr sz="3200" dirty="0"/>
              <a:t>Now it is slowly replaced by Tally Prime.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D5281E9-41DC-8658-0B98-83D4375779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524177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374" y="2252029"/>
            <a:ext cx="9868746" cy="3880773"/>
          </a:xfrm>
        </p:spPr>
        <p:txBody>
          <a:bodyPr>
            <a:normAutofit/>
          </a:bodyPr>
          <a:lstStyle/>
          <a:p>
            <a:r>
              <a:rPr sz="3600" dirty="0"/>
              <a:t>Tally Prime is the latest version of Tally.</a:t>
            </a:r>
          </a:p>
          <a:p>
            <a:r>
              <a:rPr sz="3600" dirty="0"/>
              <a:t>It has a modern and user-friendly interface.</a:t>
            </a:r>
          </a:p>
          <a:p>
            <a:r>
              <a:rPr sz="3600" dirty="0"/>
              <a:t>Navigation is faster using search option.</a:t>
            </a:r>
          </a:p>
          <a:p>
            <a:r>
              <a:rPr sz="3600" dirty="0"/>
              <a:t>Recommended version for students</a:t>
            </a:r>
            <a:r>
              <a:rPr lang="en-US" sz="3600" dirty="0"/>
              <a:t> and</a:t>
            </a:r>
            <a:r>
              <a:rPr sz="3600" dirty="0"/>
              <a:t> professionals.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07D21E-5399-5E22-C3E5-80908FBCB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887310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78232"/>
              </p:ext>
            </p:extLst>
          </p:nvPr>
        </p:nvGraphicFramePr>
        <p:xfrm>
          <a:off x="1168400" y="2306320"/>
          <a:ext cx="7833360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0260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Tally ERP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dirty="0"/>
                        <a:t>Tally Prime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Old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New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pPr algn="l"/>
                      <a:r>
                        <a:rPr sz="2400" dirty="0"/>
                        <a:t>Menu 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Search 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dirty="0"/>
                        <a:t>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0491CE5-83E1-19AE-5EDC-44596D98A0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187718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Accounting management</a:t>
            </a:r>
          </a:p>
          <a:p>
            <a:r>
              <a:rPr sz="3200" dirty="0"/>
              <a:t>Inventory management</a:t>
            </a:r>
          </a:p>
          <a:p>
            <a:r>
              <a:rPr sz="3200" dirty="0"/>
              <a:t>GST calculation and returns</a:t>
            </a:r>
          </a:p>
          <a:p>
            <a:r>
              <a:rPr sz="3200" dirty="0"/>
              <a:t>Payroll management</a:t>
            </a:r>
          </a:p>
          <a:p>
            <a:r>
              <a:rPr sz="3200" dirty="0"/>
              <a:t>Banking and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3811B0D-F52A-FFF5-192F-0799A458F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111714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Easy to learn and use</a:t>
            </a:r>
          </a:p>
          <a:p>
            <a:r>
              <a:rPr sz="4000" dirty="0"/>
              <a:t>Saves time</a:t>
            </a:r>
          </a:p>
          <a:p>
            <a:r>
              <a:rPr sz="4000" dirty="0"/>
              <a:t>Accurate accounting</a:t>
            </a:r>
          </a:p>
          <a:p>
            <a:r>
              <a:rPr sz="4000" dirty="0"/>
              <a:t>Widely used in India</a:t>
            </a:r>
          </a:p>
          <a:p>
            <a:r>
              <a:rPr sz="4000" dirty="0"/>
              <a:t>Good job opportunities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AE9FC75-5BE8-6DA2-BF2C-52AC0D6FD4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7783685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D44239-D12B-9945-A675-6C3B6208A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91600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61832A9-5ACE-FD08-5EB2-73AD927E76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771959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E94C0C-69C7-75A3-F8DC-F34F007BA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2428835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39BFC9F-E313-2BE1-0A2C-C09B3BCB0A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036822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A9BFAC-D2F1-0800-9565-633905AC6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02524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B78D26-9747-2801-76F2-1C637DFAE9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1080686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4D85C0-3FC9-3B51-7483-D2CE252F0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966611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940A74-7EA7-9246-E378-690A3D23E9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234033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50F700-5625-C0CB-9EC5-1A3FB01A3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4671756"/>
              </p:ext>
            </p:extLst>
          </p:nvPr>
        </p:nvGraphicFramePr>
        <p:xfrm>
          <a:off x="677334" y="2160589"/>
          <a:ext cx="9198186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3957391-EABB-7618-7499-BB774A8D80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9090885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32773D-ED21-B149-5F03-F8A3BA17E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529239"/>
              </p:ext>
            </p:extLst>
          </p:nvPr>
        </p:nvGraphicFramePr>
        <p:xfrm>
          <a:off x="474134" y="2157098"/>
          <a:ext cx="9320106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D86D68D-4629-5084-1885-380D03FC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8079099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5D1D450-C2FA-17A4-9A00-A572BF9F7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59199"/>
              </p:ext>
            </p:extLst>
          </p:nvPr>
        </p:nvGraphicFramePr>
        <p:xfrm>
          <a:off x="677334" y="204882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160417C-6542-82E0-A670-58C52DA5E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451855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4B362A-980B-5EC4-CA5D-4C4EEC951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247992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5BDFF72-0BC0-490C-E128-67AD053450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710320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225AA3B-CF95-B989-79A3-4AFBDEF04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518013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DE3D72C-9C7A-8677-0A94-EE6280A9C3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69119"/>
              </p:ext>
            </p:extLst>
          </p:nvPr>
        </p:nvGraphicFramePr>
        <p:xfrm>
          <a:off x="677334" y="609600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094" y="2160589"/>
            <a:ext cx="9950026" cy="3880773"/>
          </a:xfrm>
        </p:spPr>
        <p:txBody>
          <a:bodyPr anchor="ctr">
            <a:normAutofit/>
          </a:bodyPr>
          <a:lstStyle/>
          <a:p>
            <a:r>
              <a:rPr sz="3600" dirty="0"/>
              <a:t>Tally is an accounting software.</a:t>
            </a:r>
          </a:p>
          <a:p>
            <a:r>
              <a:rPr sz="3600" dirty="0"/>
              <a:t>Tally Prime is the latest version.</a:t>
            </a:r>
          </a:p>
          <a:p>
            <a:r>
              <a:rPr sz="3600" dirty="0"/>
              <a:t>Installation and activation are simple.</a:t>
            </a:r>
          </a:p>
          <a:p>
            <a:r>
              <a:rPr sz="3600" dirty="0"/>
              <a:t>Company creation is the first practical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</TotalTime>
  <Words>537</Words>
  <Application>Microsoft Office PowerPoint</Application>
  <PresentationFormat>Widescreen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4</cp:revision>
  <dcterms:created xsi:type="dcterms:W3CDTF">2013-01-27T09:14:16Z</dcterms:created>
  <dcterms:modified xsi:type="dcterms:W3CDTF">2025-12-24T18:43:06Z</dcterms:modified>
  <cp:category/>
</cp:coreProperties>
</file>