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78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A7410B-1D57-4B87-89D8-68989FF96A29}" type="doc">
      <dgm:prSet loTypeId="urn:microsoft.com/office/officeart/2005/8/layout/vList2" loCatId="list" qsTypeId="urn:microsoft.com/office/officeart/2005/8/quickstyle/3d1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113502D-4C46-4B68-A8BE-C5C2E26F17AC}">
      <dgm:prSet/>
      <dgm:spPr/>
      <dgm:t>
        <a:bodyPr/>
        <a:lstStyle/>
        <a:p>
          <a:r>
            <a:rPr lang="en-US" dirty="0"/>
            <a:t>Introduction to Accounting</a:t>
          </a:r>
        </a:p>
      </dgm:t>
    </dgm:pt>
    <dgm:pt modelId="{A6FA1186-CF34-41F5-8AA6-CE1F4C4CAD15}" type="parTrans" cxnId="{737A70A5-6C12-4D19-AFED-6CD9DFD9D41E}">
      <dgm:prSet/>
      <dgm:spPr/>
      <dgm:t>
        <a:bodyPr/>
        <a:lstStyle/>
        <a:p>
          <a:endParaRPr lang="en-US"/>
        </a:p>
      </dgm:t>
    </dgm:pt>
    <dgm:pt modelId="{0E9F20E6-08E0-4A27-86B6-ECC1CB1F1C87}" type="sibTrans" cxnId="{737A70A5-6C12-4D19-AFED-6CD9DFD9D41E}">
      <dgm:prSet/>
      <dgm:spPr/>
      <dgm:t>
        <a:bodyPr/>
        <a:lstStyle/>
        <a:p>
          <a:endParaRPr lang="en-US"/>
        </a:p>
      </dgm:t>
    </dgm:pt>
    <dgm:pt modelId="{8C9385DB-9A0D-4120-9124-8C95385508BD}" type="pres">
      <dgm:prSet presAssocID="{ADA7410B-1D57-4B87-89D8-68989FF96A29}" presName="linear" presStyleCnt="0">
        <dgm:presLayoutVars>
          <dgm:animLvl val="lvl"/>
          <dgm:resizeHandles val="exact"/>
        </dgm:presLayoutVars>
      </dgm:prSet>
      <dgm:spPr/>
    </dgm:pt>
    <dgm:pt modelId="{D4C8F74F-3BEB-45FB-81A7-F0FB08EE3ABD}" type="pres">
      <dgm:prSet presAssocID="{3113502D-4C46-4B68-A8BE-C5C2E26F17A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A8F4442-15F5-43FC-AD4E-2C3253D81422}" type="presOf" srcId="{3113502D-4C46-4B68-A8BE-C5C2E26F17AC}" destId="{D4C8F74F-3BEB-45FB-81A7-F0FB08EE3ABD}" srcOrd="0" destOrd="0" presId="urn:microsoft.com/office/officeart/2005/8/layout/vList2"/>
    <dgm:cxn modelId="{737A70A5-6C12-4D19-AFED-6CD9DFD9D41E}" srcId="{ADA7410B-1D57-4B87-89D8-68989FF96A29}" destId="{3113502D-4C46-4B68-A8BE-C5C2E26F17AC}" srcOrd="0" destOrd="0" parTransId="{A6FA1186-CF34-41F5-8AA6-CE1F4C4CAD15}" sibTransId="{0E9F20E6-08E0-4A27-86B6-ECC1CB1F1C87}"/>
    <dgm:cxn modelId="{EE12D0E0-295E-4F93-99C4-9AE148DE17F7}" type="presOf" srcId="{ADA7410B-1D57-4B87-89D8-68989FF96A29}" destId="{8C9385DB-9A0D-4120-9124-8C95385508BD}" srcOrd="0" destOrd="0" presId="urn:microsoft.com/office/officeart/2005/8/layout/vList2"/>
    <dgm:cxn modelId="{F958E9F2-4CE5-4146-9CDF-21D818E81D46}" type="presParOf" srcId="{8C9385DB-9A0D-4120-9124-8C95385508BD}" destId="{D4C8F74F-3BEB-45FB-81A7-F0FB08EE3AB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0E3BAD-9B7B-4673-8DA6-646266D19FC9}" type="doc">
      <dgm:prSet loTypeId="urn:microsoft.com/office/officeart/2005/8/layout/vList2" loCatId="list" qsTypeId="urn:microsoft.com/office/officeart/2005/8/quickstyle/3d2" qsCatId="3D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5A8237A-74C1-4F37-A591-36C6490ACF22}">
      <dgm:prSet/>
      <dgm:spPr/>
      <dgm:t>
        <a:bodyPr/>
        <a:lstStyle/>
        <a:p>
          <a:r>
            <a:rPr lang="en-US" dirty="0"/>
            <a:t>Accounting is the process of recording, classifying, summarizing and interpreting business transactions.</a:t>
          </a:r>
        </a:p>
      </dgm:t>
    </dgm:pt>
    <dgm:pt modelId="{EF7C1EAD-E472-4BE9-9333-EDDAE3562653}" type="parTrans" cxnId="{89D5D9B3-74E8-404F-8C7A-03059C7EBD9C}">
      <dgm:prSet/>
      <dgm:spPr/>
      <dgm:t>
        <a:bodyPr/>
        <a:lstStyle/>
        <a:p>
          <a:endParaRPr lang="en-US"/>
        </a:p>
      </dgm:t>
    </dgm:pt>
    <dgm:pt modelId="{6275E75E-432F-4A67-A0C9-D114CD2DA509}" type="sibTrans" cxnId="{89D5D9B3-74E8-404F-8C7A-03059C7EBD9C}">
      <dgm:prSet/>
      <dgm:spPr/>
      <dgm:t>
        <a:bodyPr/>
        <a:lstStyle/>
        <a:p>
          <a:endParaRPr lang="en-US"/>
        </a:p>
      </dgm:t>
    </dgm:pt>
    <dgm:pt modelId="{27B940BB-F73A-45C1-925E-C97EDD502549}">
      <dgm:prSet/>
      <dgm:spPr/>
      <dgm:t>
        <a:bodyPr/>
        <a:lstStyle/>
        <a:p>
          <a:r>
            <a:rPr lang="en-US" b="1" dirty="0"/>
            <a:t>Example: </a:t>
          </a:r>
          <a:r>
            <a:rPr lang="en-US" dirty="0"/>
            <a:t>Buying goods for ₹10,000 and selling for ₹15,000 shows profit ₹5,000.</a:t>
          </a:r>
        </a:p>
      </dgm:t>
    </dgm:pt>
    <dgm:pt modelId="{45C1C5A8-EE8C-472C-BC3F-B4DF7A0E37C1}" type="parTrans" cxnId="{19E5B2DB-3468-4C52-8AF9-E0F4C971CA5F}">
      <dgm:prSet/>
      <dgm:spPr/>
      <dgm:t>
        <a:bodyPr/>
        <a:lstStyle/>
        <a:p>
          <a:endParaRPr lang="en-US"/>
        </a:p>
      </dgm:t>
    </dgm:pt>
    <dgm:pt modelId="{5BA6DE00-FD70-4959-A99D-C6F0549EC4D3}" type="sibTrans" cxnId="{19E5B2DB-3468-4C52-8AF9-E0F4C971CA5F}">
      <dgm:prSet/>
      <dgm:spPr/>
      <dgm:t>
        <a:bodyPr/>
        <a:lstStyle/>
        <a:p>
          <a:endParaRPr lang="en-US"/>
        </a:p>
      </dgm:t>
    </dgm:pt>
    <dgm:pt modelId="{82331434-BAF1-4A9A-A497-6154C5C65A04}" type="pres">
      <dgm:prSet presAssocID="{A50E3BAD-9B7B-4673-8DA6-646266D19FC9}" presName="linear" presStyleCnt="0">
        <dgm:presLayoutVars>
          <dgm:animLvl val="lvl"/>
          <dgm:resizeHandles val="exact"/>
        </dgm:presLayoutVars>
      </dgm:prSet>
      <dgm:spPr/>
    </dgm:pt>
    <dgm:pt modelId="{F6FD6A4F-4C0B-4321-9FF6-82FBA6C0BBDC}" type="pres">
      <dgm:prSet presAssocID="{D5A8237A-74C1-4F37-A591-36C6490ACF2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6CEEDA0-AA92-4ACE-B433-6928DB6F8A4E}" type="pres">
      <dgm:prSet presAssocID="{6275E75E-432F-4A67-A0C9-D114CD2DA509}" presName="spacer" presStyleCnt="0"/>
      <dgm:spPr/>
    </dgm:pt>
    <dgm:pt modelId="{95937380-FE57-44E1-A308-A9C299182DE6}" type="pres">
      <dgm:prSet presAssocID="{27B940BB-F73A-45C1-925E-C97EDD50254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A319D12-53CD-4B92-9350-3D699F087854}" type="presOf" srcId="{A50E3BAD-9B7B-4673-8DA6-646266D19FC9}" destId="{82331434-BAF1-4A9A-A497-6154C5C65A04}" srcOrd="0" destOrd="0" presId="urn:microsoft.com/office/officeart/2005/8/layout/vList2"/>
    <dgm:cxn modelId="{0F0D5C60-8974-4C8A-8956-36163B9C5897}" type="presOf" srcId="{27B940BB-F73A-45C1-925E-C97EDD502549}" destId="{95937380-FE57-44E1-A308-A9C299182DE6}" srcOrd="0" destOrd="0" presId="urn:microsoft.com/office/officeart/2005/8/layout/vList2"/>
    <dgm:cxn modelId="{E45DCE57-C7F5-45EC-B018-823ADC65BFB1}" type="presOf" srcId="{D5A8237A-74C1-4F37-A591-36C6490ACF22}" destId="{F6FD6A4F-4C0B-4321-9FF6-82FBA6C0BBDC}" srcOrd="0" destOrd="0" presId="urn:microsoft.com/office/officeart/2005/8/layout/vList2"/>
    <dgm:cxn modelId="{89D5D9B3-74E8-404F-8C7A-03059C7EBD9C}" srcId="{A50E3BAD-9B7B-4673-8DA6-646266D19FC9}" destId="{D5A8237A-74C1-4F37-A591-36C6490ACF22}" srcOrd="0" destOrd="0" parTransId="{EF7C1EAD-E472-4BE9-9333-EDDAE3562653}" sibTransId="{6275E75E-432F-4A67-A0C9-D114CD2DA509}"/>
    <dgm:cxn modelId="{19E5B2DB-3468-4C52-8AF9-E0F4C971CA5F}" srcId="{A50E3BAD-9B7B-4673-8DA6-646266D19FC9}" destId="{27B940BB-F73A-45C1-925E-C97EDD502549}" srcOrd="1" destOrd="0" parTransId="{45C1C5A8-EE8C-472C-BC3F-B4DF7A0E37C1}" sibTransId="{5BA6DE00-FD70-4959-A99D-C6F0549EC4D3}"/>
    <dgm:cxn modelId="{CD46090F-4687-4A87-884D-5A0F3F221728}" type="presParOf" srcId="{82331434-BAF1-4A9A-A497-6154C5C65A04}" destId="{F6FD6A4F-4C0B-4321-9FF6-82FBA6C0BBDC}" srcOrd="0" destOrd="0" presId="urn:microsoft.com/office/officeart/2005/8/layout/vList2"/>
    <dgm:cxn modelId="{7A215A67-3054-4E46-8E5F-D92BC0BEA703}" type="presParOf" srcId="{82331434-BAF1-4A9A-A497-6154C5C65A04}" destId="{E6CEEDA0-AA92-4ACE-B433-6928DB6F8A4E}" srcOrd="1" destOrd="0" presId="urn:microsoft.com/office/officeart/2005/8/layout/vList2"/>
    <dgm:cxn modelId="{4BCA3D8C-E420-496C-9ECA-3520189933F2}" type="presParOf" srcId="{82331434-BAF1-4A9A-A497-6154C5C65A04}" destId="{95937380-FE57-44E1-A308-A9C299182DE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A77F7D-C054-40F7-A9BE-E7233564F5DF}" type="doc">
      <dgm:prSet loTypeId="urn:microsoft.com/office/officeart/2005/8/layout/vList2" loCatId="list" qsTypeId="urn:microsoft.com/office/officeart/2005/8/quickstyle/3d1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EFC5432-7E6D-4A22-9F50-CBEF991293EF}">
      <dgm:prSet/>
      <dgm:spPr/>
      <dgm:t>
        <a:bodyPr/>
        <a:lstStyle/>
        <a:p>
          <a:r>
            <a:rPr lang="en-US" dirty="0"/>
            <a:t>Meaning of Accounting</a:t>
          </a:r>
        </a:p>
      </dgm:t>
    </dgm:pt>
    <dgm:pt modelId="{3206FB9A-9659-4619-86E5-7A55353C85F7}" type="parTrans" cxnId="{F1DC76CE-D7A1-4B69-9C70-C742C542732F}">
      <dgm:prSet/>
      <dgm:spPr/>
      <dgm:t>
        <a:bodyPr/>
        <a:lstStyle/>
        <a:p>
          <a:endParaRPr lang="en-US"/>
        </a:p>
      </dgm:t>
    </dgm:pt>
    <dgm:pt modelId="{1594F9F9-4D2A-4D6F-A40B-7C7F99AFD94C}" type="sibTrans" cxnId="{F1DC76CE-D7A1-4B69-9C70-C742C542732F}">
      <dgm:prSet/>
      <dgm:spPr/>
      <dgm:t>
        <a:bodyPr/>
        <a:lstStyle/>
        <a:p>
          <a:endParaRPr lang="en-US"/>
        </a:p>
      </dgm:t>
    </dgm:pt>
    <dgm:pt modelId="{1CDA921E-7755-4920-9843-6564FB90CE7D}" type="pres">
      <dgm:prSet presAssocID="{FCA77F7D-C054-40F7-A9BE-E7233564F5DF}" presName="linear" presStyleCnt="0">
        <dgm:presLayoutVars>
          <dgm:animLvl val="lvl"/>
          <dgm:resizeHandles val="exact"/>
        </dgm:presLayoutVars>
      </dgm:prSet>
      <dgm:spPr/>
    </dgm:pt>
    <dgm:pt modelId="{42E6010E-284A-4D21-B0E4-767795FE6A8B}" type="pres">
      <dgm:prSet presAssocID="{EEFC5432-7E6D-4A22-9F50-CBEF991293E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BD15DBA-1831-4699-B5EE-7B7177AC3ECF}" type="presOf" srcId="{EEFC5432-7E6D-4A22-9F50-CBEF991293EF}" destId="{42E6010E-284A-4D21-B0E4-767795FE6A8B}" srcOrd="0" destOrd="0" presId="urn:microsoft.com/office/officeart/2005/8/layout/vList2"/>
    <dgm:cxn modelId="{DC5E5EC6-01D1-4F8E-892E-B94E9C929B6C}" type="presOf" srcId="{FCA77F7D-C054-40F7-A9BE-E7233564F5DF}" destId="{1CDA921E-7755-4920-9843-6564FB90CE7D}" srcOrd="0" destOrd="0" presId="urn:microsoft.com/office/officeart/2005/8/layout/vList2"/>
    <dgm:cxn modelId="{F1DC76CE-D7A1-4B69-9C70-C742C542732F}" srcId="{FCA77F7D-C054-40F7-A9BE-E7233564F5DF}" destId="{EEFC5432-7E6D-4A22-9F50-CBEF991293EF}" srcOrd="0" destOrd="0" parTransId="{3206FB9A-9659-4619-86E5-7A55353C85F7}" sibTransId="{1594F9F9-4D2A-4D6F-A40B-7C7F99AFD94C}"/>
    <dgm:cxn modelId="{7E849E0B-29C9-42DC-B2AB-D7D4415737E9}" type="presParOf" srcId="{1CDA921E-7755-4920-9843-6564FB90CE7D}" destId="{42E6010E-284A-4D21-B0E4-767795FE6A8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D7A848-CA1A-45AD-BE52-7800627540DF}" type="doc">
      <dgm:prSet loTypeId="urn:microsoft.com/office/officeart/2005/8/layout/vList2" loCatId="list" qsTypeId="urn:microsoft.com/office/officeart/2005/8/quickstyle/3d2" qsCatId="3D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BC15B6BA-B2EF-466C-8551-0076E41F8AF4}">
      <dgm:prSet/>
      <dgm:spPr/>
      <dgm:t>
        <a:bodyPr/>
        <a:lstStyle/>
        <a:p>
          <a:r>
            <a:rPr lang="en-US"/>
            <a:t>Accounting is the language of business.</a:t>
          </a:r>
        </a:p>
      </dgm:t>
    </dgm:pt>
    <dgm:pt modelId="{2DD7DFFA-9907-42EA-B6AF-51BC62198C9B}" type="parTrans" cxnId="{9E9C1158-37A1-478B-9483-09921D97AEDC}">
      <dgm:prSet/>
      <dgm:spPr/>
      <dgm:t>
        <a:bodyPr/>
        <a:lstStyle/>
        <a:p>
          <a:endParaRPr lang="en-US"/>
        </a:p>
      </dgm:t>
    </dgm:pt>
    <dgm:pt modelId="{15D35D1F-AB15-4CE0-899E-35736705C6D3}" type="sibTrans" cxnId="{9E9C1158-37A1-478B-9483-09921D97AEDC}">
      <dgm:prSet/>
      <dgm:spPr/>
      <dgm:t>
        <a:bodyPr/>
        <a:lstStyle/>
        <a:p>
          <a:endParaRPr lang="en-US"/>
        </a:p>
      </dgm:t>
    </dgm:pt>
    <dgm:pt modelId="{7A2D7157-7331-45AA-8EA7-F27EA0242DAE}">
      <dgm:prSet/>
      <dgm:spPr/>
      <dgm:t>
        <a:bodyPr/>
        <a:lstStyle/>
        <a:p>
          <a:r>
            <a:rPr lang="en-US"/>
            <a:t>It shows income, expenses, profit or loss and financial position.</a:t>
          </a:r>
        </a:p>
      </dgm:t>
    </dgm:pt>
    <dgm:pt modelId="{4F78CC06-D51E-442B-8A58-DE4B4838AAF9}" type="parTrans" cxnId="{96852017-9A09-4B63-ABB2-071D2530A5D8}">
      <dgm:prSet/>
      <dgm:spPr/>
      <dgm:t>
        <a:bodyPr/>
        <a:lstStyle/>
        <a:p>
          <a:endParaRPr lang="en-US"/>
        </a:p>
      </dgm:t>
    </dgm:pt>
    <dgm:pt modelId="{DCFB5C69-7BEB-4544-9F35-332D29F5AF4C}" type="sibTrans" cxnId="{96852017-9A09-4B63-ABB2-071D2530A5D8}">
      <dgm:prSet/>
      <dgm:spPr/>
      <dgm:t>
        <a:bodyPr/>
        <a:lstStyle/>
        <a:p>
          <a:endParaRPr lang="en-US"/>
        </a:p>
      </dgm:t>
    </dgm:pt>
    <dgm:pt modelId="{ACBE364F-EE40-4C57-A317-BE942B43CF2D}">
      <dgm:prSet/>
      <dgm:spPr/>
      <dgm:t>
        <a:bodyPr/>
        <a:lstStyle/>
        <a:p>
          <a:r>
            <a:rPr lang="en-US" dirty="0"/>
            <a:t>Example: Shop records sales, rent, electricity bills.</a:t>
          </a:r>
        </a:p>
      </dgm:t>
    </dgm:pt>
    <dgm:pt modelId="{D6B9E86B-4B6C-4CAC-AE73-B584487CFD84}" type="parTrans" cxnId="{876334A4-C524-47D3-BC84-FDABE1CC5982}">
      <dgm:prSet/>
      <dgm:spPr/>
      <dgm:t>
        <a:bodyPr/>
        <a:lstStyle/>
        <a:p>
          <a:endParaRPr lang="en-US"/>
        </a:p>
      </dgm:t>
    </dgm:pt>
    <dgm:pt modelId="{80332CF6-F7F5-47E8-9F85-CD37C4BE5F73}" type="sibTrans" cxnId="{876334A4-C524-47D3-BC84-FDABE1CC5982}">
      <dgm:prSet/>
      <dgm:spPr/>
      <dgm:t>
        <a:bodyPr/>
        <a:lstStyle/>
        <a:p>
          <a:endParaRPr lang="en-US"/>
        </a:p>
      </dgm:t>
    </dgm:pt>
    <dgm:pt modelId="{697656FE-E0B3-4BA1-9CC9-6F84BD17D58D}" type="pres">
      <dgm:prSet presAssocID="{66D7A848-CA1A-45AD-BE52-7800627540DF}" presName="linear" presStyleCnt="0">
        <dgm:presLayoutVars>
          <dgm:animLvl val="lvl"/>
          <dgm:resizeHandles val="exact"/>
        </dgm:presLayoutVars>
      </dgm:prSet>
      <dgm:spPr/>
    </dgm:pt>
    <dgm:pt modelId="{AAB794CB-10DF-44D6-BE77-BA7EC929BB19}" type="pres">
      <dgm:prSet presAssocID="{BC15B6BA-B2EF-466C-8551-0076E41F8AF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E8A47CD-1770-4B43-A882-3E2A6AFB438A}" type="pres">
      <dgm:prSet presAssocID="{15D35D1F-AB15-4CE0-899E-35736705C6D3}" presName="spacer" presStyleCnt="0"/>
      <dgm:spPr/>
    </dgm:pt>
    <dgm:pt modelId="{8A0C2CB4-F2AF-4B44-BAF0-AFA9310E91DA}" type="pres">
      <dgm:prSet presAssocID="{7A2D7157-7331-45AA-8EA7-F27EA0242DA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A1332B-889B-40F6-852E-7C3357145D3A}" type="pres">
      <dgm:prSet presAssocID="{DCFB5C69-7BEB-4544-9F35-332D29F5AF4C}" presName="spacer" presStyleCnt="0"/>
      <dgm:spPr/>
    </dgm:pt>
    <dgm:pt modelId="{4C0A7021-448F-4A9A-9418-6FC745E0546B}" type="pres">
      <dgm:prSet presAssocID="{ACBE364F-EE40-4C57-A317-BE942B43CF2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6852017-9A09-4B63-ABB2-071D2530A5D8}" srcId="{66D7A848-CA1A-45AD-BE52-7800627540DF}" destId="{7A2D7157-7331-45AA-8EA7-F27EA0242DAE}" srcOrd="1" destOrd="0" parTransId="{4F78CC06-D51E-442B-8A58-DE4B4838AAF9}" sibTransId="{DCFB5C69-7BEB-4544-9F35-332D29F5AF4C}"/>
    <dgm:cxn modelId="{22E68B71-E776-4D44-8703-6B4698F77ED4}" type="presOf" srcId="{66D7A848-CA1A-45AD-BE52-7800627540DF}" destId="{697656FE-E0B3-4BA1-9CC9-6F84BD17D58D}" srcOrd="0" destOrd="0" presId="urn:microsoft.com/office/officeart/2005/8/layout/vList2"/>
    <dgm:cxn modelId="{9E9C1158-37A1-478B-9483-09921D97AEDC}" srcId="{66D7A848-CA1A-45AD-BE52-7800627540DF}" destId="{BC15B6BA-B2EF-466C-8551-0076E41F8AF4}" srcOrd="0" destOrd="0" parTransId="{2DD7DFFA-9907-42EA-B6AF-51BC62198C9B}" sibTransId="{15D35D1F-AB15-4CE0-899E-35736705C6D3}"/>
    <dgm:cxn modelId="{58ADE591-4F48-4E4E-A671-30AA449EABFC}" type="presOf" srcId="{BC15B6BA-B2EF-466C-8551-0076E41F8AF4}" destId="{AAB794CB-10DF-44D6-BE77-BA7EC929BB19}" srcOrd="0" destOrd="0" presId="urn:microsoft.com/office/officeart/2005/8/layout/vList2"/>
    <dgm:cxn modelId="{876334A4-C524-47D3-BC84-FDABE1CC5982}" srcId="{66D7A848-CA1A-45AD-BE52-7800627540DF}" destId="{ACBE364F-EE40-4C57-A317-BE942B43CF2D}" srcOrd="2" destOrd="0" parTransId="{D6B9E86B-4B6C-4CAC-AE73-B584487CFD84}" sibTransId="{80332CF6-F7F5-47E8-9F85-CD37C4BE5F73}"/>
    <dgm:cxn modelId="{BE1941B1-A4AE-4DE9-99E9-0F0FCF907DCD}" type="presOf" srcId="{ACBE364F-EE40-4C57-A317-BE942B43CF2D}" destId="{4C0A7021-448F-4A9A-9418-6FC745E0546B}" srcOrd="0" destOrd="0" presId="urn:microsoft.com/office/officeart/2005/8/layout/vList2"/>
    <dgm:cxn modelId="{E4D9F8B3-B4E0-4681-9057-C7DFB9C91169}" type="presOf" srcId="{7A2D7157-7331-45AA-8EA7-F27EA0242DAE}" destId="{8A0C2CB4-F2AF-4B44-BAF0-AFA9310E91DA}" srcOrd="0" destOrd="0" presId="urn:microsoft.com/office/officeart/2005/8/layout/vList2"/>
    <dgm:cxn modelId="{05528BD3-3D95-41FB-AC9D-73B446354B9A}" type="presParOf" srcId="{697656FE-E0B3-4BA1-9CC9-6F84BD17D58D}" destId="{AAB794CB-10DF-44D6-BE77-BA7EC929BB19}" srcOrd="0" destOrd="0" presId="urn:microsoft.com/office/officeart/2005/8/layout/vList2"/>
    <dgm:cxn modelId="{BF3A9E28-8543-4A0C-A491-784DA05D9638}" type="presParOf" srcId="{697656FE-E0B3-4BA1-9CC9-6F84BD17D58D}" destId="{8E8A47CD-1770-4B43-A882-3E2A6AFB438A}" srcOrd="1" destOrd="0" presId="urn:microsoft.com/office/officeart/2005/8/layout/vList2"/>
    <dgm:cxn modelId="{A74C5683-C913-4225-A77A-F72ED70654FE}" type="presParOf" srcId="{697656FE-E0B3-4BA1-9CC9-6F84BD17D58D}" destId="{8A0C2CB4-F2AF-4B44-BAF0-AFA9310E91DA}" srcOrd="2" destOrd="0" presId="urn:microsoft.com/office/officeart/2005/8/layout/vList2"/>
    <dgm:cxn modelId="{F87078EC-1DBD-4DA6-8116-00EC21565AD5}" type="presParOf" srcId="{697656FE-E0B3-4BA1-9CC9-6F84BD17D58D}" destId="{CBA1332B-889B-40F6-852E-7C3357145D3A}" srcOrd="3" destOrd="0" presId="urn:microsoft.com/office/officeart/2005/8/layout/vList2"/>
    <dgm:cxn modelId="{88A35A48-CB91-4F56-8E75-2C4D490F7611}" type="presParOf" srcId="{697656FE-E0B3-4BA1-9CC9-6F84BD17D58D}" destId="{4C0A7021-448F-4A9A-9418-6FC745E0546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6879A4-E258-43FA-BDD7-273D3AADE0D6}" type="doc">
      <dgm:prSet loTypeId="urn:microsoft.com/office/officeart/2005/8/layout/vList2" loCatId="list" qsTypeId="urn:microsoft.com/office/officeart/2005/8/quickstyle/3d1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87710D8-BCB8-4C99-BD9E-891089240A29}">
      <dgm:prSet/>
      <dgm:spPr/>
      <dgm:t>
        <a:bodyPr/>
        <a:lstStyle/>
        <a:p>
          <a:r>
            <a:rPr lang="en-US"/>
            <a:t>Objectives of Accounting</a:t>
          </a:r>
        </a:p>
      </dgm:t>
    </dgm:pt>
    <dgm:pt modelId="{738037DE-CA95-464B-8151-B48B590A42D2}" type="parTrans" cxnId="{193200AD-85F0-4F98-B2F4-32A29E8EA0DE}">
      <dgm:prSet/>
      <dgm:spPr/>
      <dgm:t>
        <a:bodyPr/>
        <a:lstStyle/>
        <a:p>
          <a:endParaRPr lang="en-US"/>
        </a:p>
      </dgm:t>
    </dgm:pt>
    <dgm:pt modelId="{B1857F96-A416-481D-8A58-2AFC678E51A5}" type="sibTrans" cxnId="{193200AD-85F0-4F98-B2F4-32A29E8EA0DE}">
      <dgm:prSet/>
      <dgm:spPr/>
      <dgm:t>
        <a:bodyPr/>
        <a:lstStyle/>
        <a:p>
          <a:endParaRPr lang="en-US"/>
        </a:p>
      </dgm:t>
    </dgm:pt>
    <dgm:pt modelId="{89594493-0C57-4655-A6A3-360D591F0818}" type="pres">
      <dgm:prSet presAssocID="{AF6879A4-E258-43FA-BDD7-273D3AADE0D6}" presName="linear" presStyleCnt="0">
        <dgm:presLayoutVars>
          <dgm:animLvl val="lvl"/>
          <dgm:resizeHandles val="exact"/>
        </dgm:presLayoutVars>
      </dgm:prSet>
      <dgm:spPr/>
    </dgm:pt>
    <dgm:pt modelId="{ACD7C568-B1A8-4A19-B4C6-E880986233E7}" type="pres">
      <dgm:prSet presAssocID="{687710D8-BCB8-4C99-BD9E-891089240A2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684EBA6-DFB8-417A-A5BE-247C46088E61}" type="presOf" srcId="{AF6879A4-E258-43FA-BDD7-273D3AADE0D6}" destId="{89594493-0C57-4655-A6A3-360D591F0818}" srcOrd="0" destOrd="0" presId="urn:microsoft.com/office/officeart/2005/8/layout/vList2"/>
    <dgm:cxn modelId="{193200AD-85F0-4F98-B2F4-32A29E8EA0DE}" srcId="{AF6879A4-E258-43FA-BDD7-273D3AADE0D6}" destId="{687710D8-BCB8-4C99-BD9E-891089240A29}" srcOrd="0" destOrd="0" parTransId="{738037DE-CA95-464B-8151-B48B590A42D2}" sibTransId="{B1857F96-A416-481D-8A58-2AFC678E51A5}"/>
    <dgm:cxn modelId="{6D642FE7-9E9D-4343-AB31-A85E72DEEA3A}" type="presOf" srcId="{687710D8-BCB8-4C99-BD9E-891089240A29}" destId="{ACD7C568-B1A8-4A19-B4C6-E880986233E7}" srcOrd="0" destOrd="0" presId="urn:microsoft.com/office/officeart/2005/8/layout/vList2"/>
    <dgm:cxn modelId="{7EB1B37D-2D08-4F17-8286-5F89AA6694AF}" type="presParOf" srcId="{89594493-0C57-4655-A6A3-360D591F0818}" destId="{ACD7C568-B1A8-4A19-B4C6-E880986233E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40635C-F402-4794-8305-0A71BC9E8723}" type="doc">
      <dgm:prSet loTypeId="urn:microsoft.com/office/officeart/2008/layout/LinedList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25BA4F9-2F55-482D-A08C-FA9F4ACAFC9F}">
      <dgm:prSet/>
      <dgm:spPr/>
      <dgm:t>
        <a:bodyPr/>
        <a:lstStyle/>
        <a:p>
          <a:r>
            <a:rPr lang="en-US"/>
            <a:t>• Maintain systematic records</a:t>
          </a:r>
        </a:p>
      </dgm:t>
    </dgm:pt>
    <dgm:pt modelId="{857B9978-0ABA-4184-A43A-0AFC29F447C3}" type="parTrans" cxnId="{256B69D1-872D-4BA6-935F-50D64D8E0A4C}">
      <dgm:prSet/>
      <dgm:spPr/>
      <dgm:t>
        <a:bodyPr/>
        <a:lstStyle/>
        <a:p>
          <a:endParaRPr lang="en-US"/>
        </a:p>
      </dgm:t>
    </dgm:pt>
    <dgm:pt modelId="{22537FE7-4517-457A-B8F0-CA95B1E75BC6}" type="sibTrans" cxnId="{256B69D1-872D-4BA6-935F-50D64D8E0A4C}">
      <dgm:prSet/>
      <dgm:spPr/>
      <dgm:t>
        <a:bodyPr/>
        <a:lstStyle/>
        <a:p>
          <a:endParaRPr lang="en-US"/>
        </a:p>
      </dgm:t>
    </dgm:pt>
    <dgm:pt modelId="{7D55693F-78BC-46A7-B137-25D1BA6A31F8}">
      <dgm:prSet/>
      <dgm:spPr/>
      <dgm:t>
        <a:bodyPr/>
        <a:lstStyle/>
        <a:p>
          <a:r>
            <a:rPr lang="en-US"/>
            <a:t>• Calculate profit or loss</a:t>
          </a:r>
        </a:p>
      </dgm:t>
    </dgm:pt>
    <dgm:pt modelId="{B01420C1-AEE3-4DA2-9779-41A56509BA10}" type="parTrans" cxnId="{EA7C3FA1-3271-4EAA-9ABE-05B8702A03E6}">
      <dgm:prSet/>
      <dgm:spPr/>
      <dgm:t>
        <a:bodyPr/>
        <a:lstStyle/>
        <a:p>
          <a:endParaRPr lang="en-US"/>
        </a:p>
      </dgm:t>
    </dgm:pt>
    <dgm:pt modelId="{B3660819-CBDA-4084-A8AE-B6DC66E92314}" type="sibTrans" cxnId="{EA7C3FA1-3271-4EAA-9ABE-05B8702A03E6}">
      <dgm:prSet/>
      <dgm:spPr/>
      <dgm:t>
        <a:bodyPr/>
        <a:lstStyle/>
        <a:p>
          <a:endParaRPr lang="en-US"/>
        </a:p>
      </dgm:t>
    </dgm:pt>
    <dgm:pt modelId="{46B6C8CC-9553-4A2D-A8E7-388211B5F795}">
      <dgm:prSet/>
      <dgm:spPr/>
      <dgm:t>
        <a:bodyPr/>
        <a:lstStyle/>
        <a:p>
          <a:r>
            <a:rPr lang="en-US"/>
            <a:t>• Know financial position</a:t>
          </a:r>
        </a:p>
      </dgm:t>
    </dgm:pt>
    <dgm:pt modelId="{F482F5A9-813B-4B34-8C8E-715182BD8FC8}" type="parTrans" cxnId="{59E1CEFA-1602-4C49-8857-E053C760B552}">
      <dgm:prSet/>
      <dgm:spPr/>
      <dgm:t>
        <a:bodyPr/>
        <a:lstStyle/>
        <a:p>
          <a:endParaRPr lang="en-US"/>
        </a:p>
      </dgm:t>
    </dgm:pt>
    <dgm:pt modelId="{60C1BE8D-F874-4888-B05F-E1A2CEC55728}" type="sibTrans" cxnId="{59E1CEFA-1602-4C49-8857-E053C760B552}">
      <dgm:prSet/>
      <dgm:spPr/>
      <dgm:t>
        <a:bodyPr/>
        <a:lstStyle/>
        <a:p>
          <a:endParaRPr lang="en-US"/>
        </a:p>
      </dgm:t>
    </dgm:pt>
    <dgm:pt modelId="{4300B4A6-D652-45E7-B3F4-DEF0B808BC60}">
      <dgm:prSet/>
      <dgm:spPr/>
      <dgm:t>
        <a:bodyPr/>
        <a:lstStyle/>
        <a:p>
          <a:r>
            <a:rPr lang="en-US"/>
            <a:t>• Help management decisions</a:t>
          </a:r>
        </a:p>
      </dgm:t>
    </dgm:pt>
    <dgm:pt modelId="{07BE572E-63DA-4216-A05D-3705E888BAC4}" type="parTrans" cxnId="{AB6D6343-F6BF-427B-BDA1-E456A8E4794E}">
      <dgm:prSet/>
      <dgm:spPr/>
      <dgm:t>
        <a:bodyPr/>
        <a:lstStyle/>
        <a:p>
          <a:endParaRPr lang="en-US"/>
        </a:p>
      </dgm:t>
    </dgm:pt>
    <dgm:pt modelId="{697F187B-D511-4033-9E38-90C8C2B13769}" type="sibTrans" cxnId="{AB6D6343-F6BF-427B-BDA1-E456A8E4794E}">
      <dgm:prSet/>
      <dgm:spPr/>
      <dgm:t>
        <a:bodyPr/>
        <a:lstStyle/>
        <a:p>
          <a:endParaRPr lang="en-US"/>
        </a:p>
      </dgm:t>
    </dgm:pt>
    <dgm:pt modelId="{1E57063B-6683-473A-9A8B-B9B4609557C9}">
      <dgm:prSet/>
      <dgm:spPr/>
      <dgm:t>
        <a:bodyPr/>
        <a:lstStyle/>
        <a:p>
          <a:r>
            <a:rPr lang="en-US"/>
            <a:t>• Prevent frauds</a:t>
          </a:r>
        </a:p>
      </dgm:t>
    </dgm:pt>
    <dgm:pt modelId="{1914C7C3-AC9E-459C-BB17-5691915920AA}" type="parTrans" cxnId="{90ECF589-4E15-4A67-AF2A-2494BD7EBA89}">
      <dgm:prSet/>
      <dgm:spPr/>
      <dgm:t>
        <a:bodyPr/>
        <a:lstStyle/>
        <a:p>
          <a:endParaRPr lang="en-US"/>
        </a:p>
      </dgm:t>
    </dgm:pt>
    <dgm:pt modelId="{B796E4FE-B361-4553-9F34-08E04053EFB9}" type="sibTrans" cxnId="{90ECF589-4E15-4A67-AF2A-2494BD7EBA89}">
      <dgm:prSet/>
      <dgm:spPr/>
      <dgm:t>
        <a:bodyPr/>
        <a:lstStyle/>
        <a:p>
          <a:endParaRPr lang="en-US"/>
        </a:p>
      </dgm:t>
    </dgm:pt>
    <dgm:pt modelId="{6587918E-5304-4598-B613-B449C1864417}" type="pres">
      <dgm:prSet presAssocID="{5140635C-F402-4794-8305-0A71BC9E8723}" presName="vert0" presStyleCnt="0">
        <dgm:presLayoutVars>
          <dgm:dir/>
          <dgm:animOne val="branch"/>
          <dgm:animLvl val="lvl"/>
        </dgm:presLayoutVars>
      </dgm:prSet>
      <dgm:spPr/>
    </dgm:pt>
    <dgm:pt modelId="{134ED9C0-705D-4527-BA01-9E953F709DE8}" type="pres">
      <dgm:prSet presAssocID="{D25BA4F9-2F55-482D-A08C-FA9F4ACAFC9F}" presName="thickLine" presStyleLbl="alignNode1" presStyleIdx="0" presStyleCnt="5"/>
      <dgm:spPr/>
    </dgm:pt>
    <dgm:pt modelId="{5E58DEBA-9178-49D8-8515-65071661DE4D}" type="pres">
      <dgm:prSet presAssocID="{D25BA4F9-2F55-482D-A08C-FA9F4ACAFC9F}" presName="horz1" presStyleCnt="0"/>
      <dgm:spPr/>
    </dgm:pt>
    <dgm:pt modelId="{A586E831-4E3D-44E7-9836-199CAE1C79F7}" type="pres">
      <dgm:prSet presAssocID="{D25BA4F9-2F55-482D-A08C-FA9F4ACAFC9F}" presName="tx1" presStyleLbl="revTx" presStyleIdx="0" presStyleCnt="5"/>
      <dgm:spPr/>
    </dgm:pt>
    <dgm:pt modelId="{69917400-9F06-475A-BC2A-ADE408DF7948}" type="pres">
      <dgm:prSet presAssocID="{D25BA4F9-2F55-482D-A08C-FA9F4ACAFC9F}" presName="vert1" presStyleCnt="0"/>
      <dgm:spPr/>
    </dgm:pt>
    <dgm:pt modelId="{A0942301-51E0-44F7-A3E9-E8DE8D8ABFE2}" type="pres">
      <dgm:prSet presAssocID="{7D55693F-78BC-46A7-B137-25D1BA6A31F8}" presName="thickLine" presStyleLbl="alignNode1" presStyleIdx="1" presStyleCnt="5"/>
      <dgm:spPr/>
    </dgm:pt>
    <dgm:pt modelId="{4A78230F-538D-420D-B0A7-43F49DD00CB5}" type="pres">
      <dgm:prSet presAssocID="{7D55693F-78BC-46A7-B137-25D1BA6A31F8}" presName="horz1" presStyleCnt="0"/>
      <dgm:spPr/>
    </dgm:pt>
    <dgm:pt modelId="{84B4BE57-8E5E-43F0-9019-139D416F6A23}" type="pres">
      <dgm:prSet presAssocID="{7D55693F-78BC-46A7-B137-25D1BA6A31F8}" presName="tx1" presStyleLbl="revTx" presStyleIdx="1" presStyleCnt="5"/>
      <dgm:spPr/>
    </dgm:pt>
    <dgm:pt modelId="{78B89C43-1D2B-45B4-86CE-718C268505D9}" type="pres">
      <dgm:prSet presAssocID="{7D55693F-78BC-46A7-B137-25D1BA6A31F8}" presName="vert1" presStyleCnt="0"/>
      <dgm:spPr/>
    </dgm:pt>
    <dgm:pt modelId="{A95956DF-22CF-4C9A-A928-E245DAD032AA}" type="pres">
      <dgm:prSet presAssocID="{46B6C8CC-9553-4A2D-A8E7-388211B5F795}" presName="thickLine" presStyleLbl="alignNode1" presStyleIdx="2" presStyleCnt="5"/>
      <dgm:spPr/>
    </dgm:pt>
    <dgm:pt modelId="{E33654D6-DC49-442F-B593-33CFF535BCD3}" type="pres">
      <dgm:prSet presAssocID="{46B6C8CC-9553-4A2D-A8E7-388211B5F795}" presName="horz1" presStyleCnt="0"/>
      <dgm:spPr/>
    </dgm:pt>
    <dgm:pt modelId="{8472C56B-B102-4BE5-B4FA-539892201826}" type="pres">
      <dgm:prSet presAssocID="{46B6C8CC-9553-4A2D-A8E7-388211B5F795}" presName="tx1" presStyleLbl="revTx" presStyleIdx="2" presStyleCnt="5"/>
      <dgm:spPr/>
    </dgm:pt>
    <dgm:pt modelId="{DF459677-E2CD-4FAA-AFB6-84019C76FC15}" type="pres">
      <dgm:prSet presAssocID="{46B6C8CC-9553-4A2D-A8E7-388211B5F795}" presName="vert1" presStyleCnt="0"/>
      <dgm:spPr/>
    </dgm:pt>
    <dgm:pt modelId="{37BC5DE1-CA8C-4331-92E2-E395E876B306}" type="pres">
      <dgm:prSet presAssocID="{4300B4A6-D652-45E7-B3F4-DEF0B808BC60}" presName="thickLine" presStyleLbl="alignNode1" presStyleIdx="3" presStyleCnt="5"/>
      <dgm:spPr/>
    </dgm:pt>
    <dgm:pt modelId="{4465544B-8291-464A-911E-C2FCBF7487A2}" type="pres">
      <dgm:prSet presAssocID="{4300B4A6-D652-45E7-B3F4-DEF0B808BC60}" presName="horz1" presStyleCnt="0"/>
      <dgm:spPr/>
    </dgm:pt>
    <dgm:pt modelId="{FDEFA1D2-F551-48F1-9F24-D4F0E53D166D}" type="pres">
      <dgm:prSet presAssocID="{4300B4A6-D652-45E7-B3F4-DEF0B808BC60}" presName="tx1" presStyleLbl="revTx" presStyleIdx="3" presStyleCnt="5"/>
      <dgm:spPr/>
    </dgm:pt>
    <dgm:pt modelId="{7F994142-867E-4989-974B-A8F13534FA67}" type="pres">
      <dgm:prSet presAssocID="{4300B4A6-D652-45E7-B3F4-DEF0B808BC60}" presName="vert1" presStyleCnt="0"/>
      <dgm:spPr/>
    </dgm:pt>
    <dgm:pt modelId="{BE4C2667-50AB-4C46-9D0A-58281C2301E1}" type="pres">
      <dgm:prSet presAssocID="{1E57063B-6683-473A-9A8B-B9B4609557C9}" presName="thickLine" presStyleLbl="alignNode1" presStyleIdx="4" presStyleCnt="5"/>
      <dgm:spPr/>
    </dgm:pt>
    <dgm:pt modelId="{50C00A78-754E-4AB6-9612-A8AA171BB5E9}" type="pres">
      <dgm:prSet presAssocID="{1E57063B-6683-473A-9A8B-B9B4609557C9}" presName="horz1" presStyleCnt="0"/>
      <dgm:spPr/>
    </dgm:pt>
    <dgm:pt modelId="{FF2C1BD5-95F6-45A2-BD48-C866D6CBBFB5}" type="pres">
      <dgm:prSet presAssocID="{1E57063B-6683-473A-9A8B-B9B4609557C9}" presName="tx1" presStyleLbl="revTx" presStyleIdx="4" presStyleCnt="5"/>
      <dgm:spPr/>
    </dgm:pt>
    <dgm:pt modelId="{5051CDEC-2C44-49BA-9A57-48D8FBD21EA9}" type="pres">
      <dgm:prSet presAssocID="{1E57063B-6683-473A-9A8B-B9B4609557C9}" presName="vert1" presStyleCnt="0"/>
      <dgm:spPr/>
    </dgm:pt>
  </dgm:ptLst>
  <dgm:cxnLst>
    <dgm:cxn modelId="{6BF2BB11-16C6-45B6-8CF2-42C9D401F662}" type="presOf" srcId="{4300B4A6-D652-45E7-B3F4-DEF0B808BC60}" destId="{FDEFA1D2-F551-48F1-9F24-D4F0E53D166D}" srcOrd="0" destOrd="0" presId="urn:microsoft.com/office/officeart/2008/layout/LinedList"/>
    <dgm:cxn modelId="{9B5C3B3D-E992-4270-BFA7-AE6725633E8E}" type="presOf" srcId="{7D55693F-78BC-46A7-B137-25D1BA6A31F8}" destId="{84B4BE57-8E5E-43F0-9019-139D416F6A23}" srcOrd="0" destOrd="0" presId="urn:microsoft.com/office/officeart/2008/layout/LinedList"/>
    <dgm:cxn modelId="{B740905F-439A-4B52-9821-53D9DD58D338}" type="presOf" srcId="{46B6C8CC-9553-4A2D-A8E7-388211B5F795}" destId="{8472C56B-B102-4BE5-B4FA-539892201826}" srcOrd="0" destOrd="0" presId="urn:microsoft.com/office/officeart/2008/layout/LinedList"/>
    <dgm:cxn modelId="{AB6D6343-F6BF-427B-BDA1-E456A8E4794E}" srcId="{5140635C-F402-4794-8305-0A71BC9E8723}" destId="{4300B4A6-D652-45E7-B3F4-DEF0B808BC60}" srcOrd="3" destOrd="0" parTransId="{07BE572E-63DA-4216-A05D-3705E888BAC4}" sibTransId="{697F187B-D511-4033-9E38-90C8C2B13769}"/>
    <dgm:cxn modelId="{B149AE87-7F1D-407A-8FB1-5B5114748990}" type="presOf" srcId="{1E57063B-6683-473A-9A8B-B9B4609557C9}" destId="{FF2C1BD5-95F6-45A2-BD48-C866D6CBBFB5}" srcOrd="0" destOrd="0" presId="urn:microsoft.com/office/officeart/2008/layout/LinedList"/>
    <dgm:cxn modelId="{90ECF589-4E15-4A67-AF2A-2494BD7EBA89}" srcId="{5140635C-F402-4794-8305-0A71BC9E8723}" destId="{1E57063B-6683-473A-9A8B-B9B4609557C9}" srcOrd="4" destOrd="0" parTransId="{1914C7C3-AC9E-459C-BB17-5691915920AA}" sibTransId="{B796E4FE-B361-4553-9F34-08E04053EFB9}"/>
    <dgm:cxn modelId="{EA7C3FA1-3271-4EAA-9ABE-05B8702A03E6}" srcId="{5140635C-F402-4794-8305-0A71BC9E8723}" destId="{7D55693F-78BC-46A7-B137-25D1BA6A31F8}" srcOrd="1" destOrd="0" parTransId="{B01420C1-AEE3-4DA2-9779-41A56509BA10}" sibTransId="{B3660819-CBDA-4084-A8AE-B6DC66E92314}"/>
    <dgm:cxn modelId="{256B69D1-872D-4BA6-935F-50D64D8E0A4C}" srcId="{5140635C-F402-4794-8305-0A71BC9E8723}" destId="{D25BA4F9-2F55-482D-A08C-FA9F4ACAFC9F}" srcOrd="0" destOrd="0" parTransId="{857B9978-0ABA-4184-A43A-0AFC29F447C3}" sibTransId="{22537FE7-4517-457A-B8F0-CA95B1E75BC6}"/>
    <dgm:cxn modelId="{6CE090D6-3DCB-4B0A-84A1-1FC13015B236}" type="presOf" srcId="{5140635C-F402-4794-8305-0A71BC9E8723}" destId="{6587918E-5304-4598-B613-B449C1864417}" srcOrd="0" destOrd="0" presId="urn:microsoft.com/office/officeart/2008/layout/LinedList"/>
    <dgm:cxn modelId="{092A3DDF-07B7-4D89-AC9E-F939297C9F4D}" type="presOf" srcId="{D25BA4F9-2F55-482D-A08C-FA9F4ACAFC9F}" destId="{A586E831-4E3D-44E7-9836-199CAE1C79F7}" srcOrd="0" destOrd="0" presId="urn:microsoft.com/office/officeart/2008/layout/LinedList"/>
    <dgm:cxn modelId="{59E1CEFA-1602-4C49-8857-E053C760B552}" srcId="{5140635C-F402-4794-8305-0A71BC9E8723}" destId="{46B6C8CC-9553-4A2D-A8E7-388211B5F795}" srcOrd="2" destOrd="0" parTransId="{F482F5A9-813B-4B34-8C8E-715182BD8FC8}" sibTransId="{60C1BE8D-F874-4888-B05F-E1A2CEC55728}"/>
    <dgm:cxn modelId="{259B74D6-90A5-44A0-B8F4-FD19278A6170}" type="presParOf" srcId="{6587918E-5304-4598-B613-B449C1864417}" destId="{134ED9C0-705D-4527-BA01-9E953F709DE8}" srcOrd="0" destOrd="0" presId="urn:microsoft.com/office/officeart/2008/layout/LinedList"/>
    <dgm:cxn modelId="{0707580E-650D-4BE8-BAEF-86D29DD583AD}" type="presParOf" srcId="{6587918E-5304-4598-B613-B449C1864417}" destId="{5E58DEBA-9178-49D8-8515-65071661DE4D}" srcOrd="1" destOrd="0" presId="urn:microsoft.com/office/officeart/2008/layout/LinedList"/>
    <dgm:cxn modelId="{0875EEDC-72E8-4A49-AE29-92CD662B9A8B}" type="presParOf" srcId="{5E58DEBA-9178-49D8-8515-65071661DE4D}" destId="{A586E831-4E3D-44E7-9836-199CAE1C79F7}" srcOrd="0" destOrd="0" presId="urn:microsoft.com/office/officeart/2008/layout/LinedList"/>
    <dgm:cxn modelId="{8D7C1FFE-0DAE-4791-949F-6EEF045353ED}" type="presParOf" srcId="{5E58DEBA-9178-49D8-8515-65071661DE4D}" destId="{69917400-9F06-475A-BC2A-ADE408DF7948}" srcOrd="1" destOrd="0" presId="urn:microsoft.com/office/officeart/2008/layout/LinedList"/>
    <dgm:cxn modelId="{A2AE6368-8016-43DE-95B8-15C81B9AD8F9}" type="presParOf" srcId="{6587918E-5304-4598-B613-B449C1864417}" destId="{A0942301-51E0-44F7-A3E9-E8DE8D8ABFE2}" srcOrd="2" destOrd="0" presId="urn:microsoft.com/office/officeart/2008/layout/LinedList"/>
    <dgm:cxn modelId="{F0B0FE7D-2288-4DBB-BB0B-779C07BE4A5E}" type="presParOf" srcId="{6587918E-5304-4598-B613-B449C1864417}" destId="{4A78230F-538D-420D-B0A7-43F49DD00CB5}" srcOrd="3" destOrd="0" presId="urn:microsoft.com/office/officeart/2008/layout/LinedList"/>
    <dgm:cxn modelId="{EC3B1649-2F35-435D-8D21-0CF5725C8BB4}" type="presParOf" srcId="{4A78230F-538D-420D-B0A7-43F49DD00CB5}" destId="{84B4BE57-8E5E-43F0-9019-139D416F6A23}" srcOrd="0" destOrd="0" presId="urn:microsoft.com/office/officeart/2008/layout/LinedList"/>
    <dgm:cxn modelId="{0DB06810-DBC1-4A34-9DA2-26BAD0AE6714}" type="presParOf" srcId="{4A78230F-538D-420D-B0A7-43F49DD00CB5}" destId="{78B89C43-1D2B-45B4-86CE-718C268505D9}" srcOrd="1" destOrd="0" presId="urn:microsoft.com/office/officeart/2008/layout/LinedList"/>
    <dgm:cxn modelId="{C30BC8AE-52A9-4D83-AC83-F000499BFC47}" type="presParOf" srcId="{6587918E-5304-4598-B613-B449C1864417}" destId="{A95956DF-22CF-4C9A-A928-E245DAD032AA}" srcOrd="4" destOrd="0" presId="urn:microsoft.com/office/officeart/2008/layout/LinedList"/>
    <dgm:cxn modelId="{8B2BEB94-1F86-41FF-9992-05147C372875}" type="presParOf" srcId="{6587918E-5304-4598-B613-B449C1864417}" destId="{E33654D6-DC49-442F-B593-33CFF535BCD3}" srcOrd="5" destOrd="0" presId="urn:microsoft.com/office/officeart/2008/layout/LinedList"/>
    <dgm:cxn modelId="{55DD9812-C23E-4DF3-A5E4-5E509F269767}" type="presParOf" srcId="{E33654D6-DC49-442F-B593-33CFF535BCD3}" destId="{8472C56B-B102-4BE5-B4FA-539892201826}" srcOrd="0" destOrd="0" presId="urn:microsoft.com/office/officeart/2008/layout/LinedList"/>
    <dgm:cxn modelId="{291219F3-4A07-489F-AD5E-0E26AF0CEF55}" type="presParOf" srcId="{E33654D6-DC49-442F-B593-33CFF535BCD3}" destId="{DF459677-E2CD-4FAA-AFB6-84019C76FC15}" srcOrd="1" destOrd="0" presId="urn:microsoft.com/office/officeart/2008/layout/LinedList"/>
    <dgm:cxn modelId="{D2D66E50-103D-4FFA-9FAB-2F4AB896BADA}" type="presParOf" srcId="{6587918E-5304-4598-B613-B449C1864417}" destId="{37BC5DE1-CA8C-4331-92E2-E395E876B306}" srcOrd="6" destOrd="0" presId="urn:microsoft.com/office/officeart/2008/layout/LinedList"/>
    <dgm:cxn modelId="{B36DBE19-36D2-4EE6-9FAE-612509A888B5}" type="presParOf" srcId="{6587918E-5304-4598-B613-B449C1864417}" destId="{4465544B-8291-464A-911E-C2FCBF7487A2}" srcOrd="7" destOrd="0" presId="urn:microsoft.com/office/officeart/2008/layout/LinedList"/>
    <dgm:cxn modelId="{7DCE1909-ECF6-46E9-8054-592105FE86A1}" type="presParOf" srcId="{4465544B-8291-464A-911E-C2FCBF7487A2}" destId="{FDEFA1D2-F551-48F1-9F24-D4F0E53D166D}" srcOrd="0" destOrd="0" presId="urn:microsoft.com/office/officeart/2008/layout/LinedList"/>
    <dgm:cxn modelId="{CB7B31F7-56B2-4832-91FB-3D04D5AFF0D2}" type="presParOf" srcId="{4465544B-8291-464A-911E-C2FCBF7487A2}" destId="{7F994142-867E-4989-974B-A8F13534FA67}" srcOrd="1" destOrd="0" presId="urn:microsoft.com/office/officeart/2008/layout/LinedList"/>
    <dgm:cxn modelId="{9AC38C4B-C946-4F67-A217-2AC2401424C5}" type="presParOf" srcId="{6587918E-5304-4598-B613-B449C1864417}" destId="{BE4C2667-50AB-4C46-9D0A-58281C2301E1}" srcOrd="8" destOrd="0" presId="urn:microsoft.com/office/officeart/2008/layout/LinedList"/>
    <dgm:cxn modelId="{8198D825-83BB-42D0-876E-AEFDE01CBAA5}" type="presParOf" srcId="{6587918E-5304-4598-B613-B449C1864417}" destId="{50C00A78-754E-4AB6-9612-A8AA171BB5E9}" srcOrd="9" destOrd="0" presId="urn:microsoft.com/office/officeart/2008/layout/LinedList"/>
    <dgm:cxn modelId="{65026581-5701-425D-837B-C9562ABF9323}" type="presParOf" srcId="{50C00A78-754E-4AB6-9612-A8AA171BB5E9}" destId="{FF2C1BD5-95F6-45A2-BD48-C866D6CBBFB5}" srcOrd="0" destOrd="0" presId="urn:microsoft.com/office/officeart/2008/layout/LinedList"/>
    <dgm:cxn modelId="{298F5E78-C0D6-4137-B385-991563BC9225}" type="presParOf" srcId="{50C00A78-754E-4AB6-9612-A8AA171BB5E9}" destId="{5051CDEC-2C44-49BA-9A57-48D8FBD21E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8AA48DB-AFE6-48A0-8DDE-1578BC68E04F}" type="doc">
      <dgm:prSet loTypeId="urn:microsoft.com/office/officeart/2005/8/layout/vList2" loCatId="list" qsTypeId="urn:microsoft.com/office/officeart/2005/8/quickstyle/3d1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CC804A3-A65D-47C9-98C0-9BE2B29582DE}">
      <dgm:prSet/>
      <dgm:spPr/>
      <dgm:t>
        <a:bodyPr/>
        <a:lstStyle/>
        <a:p>
          <a:r>
            <a:rPr lang="en-US"/>
            <a:t>Types of Accounting</a:t>
          </a:r>
        </a:p>
      </dgm:t>
    </dgm:pt>
    <dgm:pt modelId="{6F9C628D-5138-48F4-AFC0-924EA43C5993}" type="parTrans" cxnId="{4821AC96-985F-4EBE-83FB-572C0F7C7D0A}">
      <dgm:prSet/>
      <dgm:spPr/>
      <dgm:t>
        <a:bodyPr/>
        <a:lstStyle/>
        <a:p>
          <a:endParaRPr lang="en-US"/>
        </a:p>
      </dgm:t>
    </dgm:pt>
    <dgm:pt modelId="{7BEDD89C-C4AE-4A27-89D3-5AF8EE507958}" type="sibTrans" cxnId="{4821AC96-985F-4EBE-83FB-572C0F7C7D0A}">
      <dgm:prSet/>
      <dgm:spPr/>
      <dgm:t>
        <a:bodyPr/>
        <a:lstStyle/>
        <a:p>
          <a:endParaRPr lang="en-US"/>
        </a:p>
      </dgm:t>
    </dgm:pt>
    <dgm:pt modelId="{9397DBA0-86F1-4D24-902E-64083BE8FF9B}" type="pres">
      <dgm:prSet presAssocID="{C8AA48DB-AFE6-48A0-8DDE-1578BC68E04F}" presName="linear" presStyleCnt="0">
        <dgm:presLayoutVars>
          <dgm:animLvl val="lvl"/>
          <dgm:resizeHandles val="exact"/>
        </dgm:presLayoutVars>
      </dgm:prSet>
      <dgm:spPr/>
    </dgm:pt>
    <dgm:pt modelId="{8620C408-736E-4DD8-B4E1-B5CF19F3BC9A}" type="pres">
      <dgm:prSet presAssocID="{ECC804A3-A65D-47C9-98C0-9BE2B29582D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570A310-3043-440A-9EBA-6BE5F6257178}" type="presOf" srcId="{C8AA48DB-AFE6-48A0-8DDE-1578BC68E04F}" destId="{9397DBA0-86F1-4D24-902E-64083BE8FF9B}" srcOrd="0" destOrd="0" presId="urn:microsoft.com/office/officeart/2005/8/layout/vList2"/>
    <dgm:cxn modelId="{4821AC96-985F-4EBE-83FB-572C0F7C7D0A}" srcId="{C8AA48DB-AFE6-48A0-8DDE-1578BC68E04F}" destId="{ECC804A3-A65D-47C9-98C0-9BE2B29582DE}" srcOrd="0" destOrd="0" parTransId="{6F9C628D-5138-48F4-AFC0-924EA43C5993}" sibTransId="{7BEDD89C-C4AE-4A27-89D3-5AF8EE507958}"/>
    <dgm:cxn modelId="{4F8407B8-283C-4801-A8B5-C0BD6B8C028B}" type="presOf" srcId="{ECC804A3-A65D-47C9-98C0-9BE2B29582DE}" destId="{8620C408-736E-4DD8-B4E1-B5CF19F3BC9A}" srcOrd="0" destOrd="0" presId="urn:microsoft.com/office/officeart/2005/8/layout/vList2"/>
    <dgm:cxn modelId="{395E9A8D-E5ED-4CC5-A0DA-2FD27CFB4129}" type="presParOf" srcId="{9397DBA0-86F1-4D24-902E-64083BE8FF9B}" destId="{8620C408-736E-4DD8-B4E1-B5CF19F3BC9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5EB3EF-445C-4A7E-A9C7-5B05F48081EB}" type="doc">
      <dgm:prSet loTypeId="urn:microsoft.com/office/officeart/2005/8/layout/orgChart1" loCatId="hierarchy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6694149-2CD0-402A-9A46-D7B735717F15}">
      <dgm:prSet/>
      <dgm:spPr/>
      <dgm:t>
        <a:bodyPr/>
        <a:lstStyle/>
        <a:p>
          <a:pPr algn="ctr"/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Financial Accounting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B4D6E43-DC8D-485B-96E3-D47B6C7CFCF3}" type="parTrans" cxnId="{64CFCF37-01C8-4D3C-A86B-C6102A9985AD}">
      <dgm:prSet/>
      <dgm:spPr/>
      <dgm:t>
        <a:bodyPr/>
        <a:lstStyle/>
        <a:p>
          <a:pPr algn="ctr"/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B524F91-58E3-4CE6-A848-39995BA12789}" type="sibTrans" cxnId="{64CFCF37-01C8-4D3C-A86B-C6102A9985AD}">
      <dgm:prSet/>
      <dgm:spPr/>
      <dgm:t>
        <a:bodyPr/>
        <a:lstStyle/>
        <a:p>
          <a:pPr algn="ctr"/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FAC2022-E121-497E-BBBF-22737F6D2DFE}">
      <dgm:prSet/>
      <dgm:spPr/>
      <dgm:t>
        <a:bodyPr/>
        <a:lstStyle/>
        <a:p>
          <a:pPr algn="ctr"/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Cost Accounting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A818863B-5A72-407C-8C57-99BE8B8A2F54}" type="parTrans" cxnId="{97A69921-C5C4-40D0-8C1C-6DC4C9211FC0}">
      <dgm:prSet/>
      <dgm:spPr/>
      <dgm:t>
        <a:bodyPr/>
        <a:lstStyle/>
        <a:p>
          <a:pPr algn="ctr"/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2DE4EE0-420F-4655-982A-25C461CCC7AD}" type="sibTrans" cxnId="{97A69921-C5C4-40D0-8C1C-6DC4C9211FC0}">
      <dgm:prSet/>
      <dgm:spPr/>
      <dgm:t>
        <a:bodyPr/>
        <a:lstStyle/>
        <a:p>
          <a:pPr algn="ctr"/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C9A7E37-3770-4B89-ADA8-6360927CC47F}">
      <dgm:prSet/>
      <dgm:spPr/>
      <dgm:t>
        <a:bodyPr/>
        <a:lstStyle/>
        <a:p>
          <a:pPr algn="ctr"/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Management Accounting</a:t>
          </a:r>
        </a:p>
      </dgm:t>
    </dgm:pt>
    <dgm:pt modelId="{902C9A1E-20D9-49AB-98E9-82DD0D07CD84}" type="parTrans" cxnId="{2A766268-F9E9-4D36-99E2-CAA1F402F711}">
      <dgm:prSet/>
      <dgm:spPr/>
      <dgm:t>
        <a:bodyPr/>
        <a:lstStyle/>
        <a:p>
          <a:pPr algn="ctr"/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88CF2AC-9B28-44CD-B54C-5BC409DFBFD6}" type="sibTrans" cxnId="{2A766268-F9E9-4D36-99E2-CAA1F402F711}">
      <dgm:prSet/>
      <dgm:spPr/>
      <dgm:t>
        <a:bodyPr/>
        <a:lstStyle/>
        <a:p>
          <a:pPr algn="ctr"/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D65FD139-C9D3-4C8F-9C20-D04A64B18B47}">
      <dgm:prSet/>
      <dgm:spPr/>
      <dgm:t>
        <a:bodyPr/>
        <a:lstStyle/>
        <a:p>
          <a:pPr algn="ctr"/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Tax Accounting</a:t>
          </a:r>
        </a:p>
      </dgm:t>
    </dgm:pt>
    <dgm:pt modelId="{987368F6-FBE9-4ABA-B627-2B82B0BCAF2F}" type="parTrans" cxnId="{00D6ED69-CE40-4963-AF9B-1DD9DA0F589C}">
      <dgm:prSet/>
      <dgm:spPr/>
      <dgm:t>
        <a:bodyPr/>
        <a:lstStyle/>
        <a:p>
          <a:pPr algn="ctr"/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DAF45AC-ECD6-4077-954E-6AA645C85120}" type="sibTrans" cxnId="{00D6ED69-CE40-4963-AF9B-1DD9DA0F589C}">
      <dgm:prSet/>
      <dgm:spPr/>
      <dgm:t>
        <a:bodyPr/>
        <a:lstStyle/>
        <a:p>
          <a:pPr algn="ctr"/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8B5A485-9CB0-4889-8C5D-17EBDC478D60}" type="pres">
      <dgm:prSet presAssocID="{B55EB3EF-445C-4A7E-A9C7-5B05F48081E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4D25C89-6838-4305-8603-769586A2729A}" type="pres">
      <dgm:prSet presAssocID="{36694149-2CD0-402A-9A46-D7B735717F15}" presName="hierRoot1" presStyleCnt="0">
        <dgm:presLayoutVars>
          <dgm:hierBranch val="init"/>
        </dgm:presLayoutVars>
      </dgm:prSet>
      <dgm:spPr/>
    </dgm:pt>
    <dgm:pt modelId="{4747187E-A7A1-4D89-A7FB-1C601050ACE5}" type="pres">
      <dgm:prSet presAssocID="{36694149-2CD0-402A-9A46-D7B735717F15}" presName="rootComposite1" presStyleCnt="0"/>
      <dgm:spPr/>
    </dgm:pt>
    <dgm:pt modelId="{DFD195DC-91E0-4DB4-B68A-B6CF45A2136D}" type="pres">
      <dgm:prSet presAssocID="{36694149-2CD0-402A-9A46-D7B735717F15}" presName="rootText1" presStyleLbl="node0" presStyleIdx="0" presStyleCnt="4">
        <dgm:presLayoutVars>
          <dgm:chPref val="3"/>
        </dgm:presLayoutVars>
      </dgm:prSet>
      <dgm:spPr/>
    </dgm:pt>
    <dgm:pt modelId="{CCB4E29F-AC51-4F03-A7CD-80232CCF3A23}" type="pres">
      <dgm:prSet presAssocID="{36694149-2CD0-402A-9A46-D7B735717F15}" presName="rootConnector1" presStyleLbl="node1" presStyleIdx="0" presStyleCnt="0"/>
      <dgm:spPr/>
    </dgm:pt>
    <dgm:pt modelId="{D5A015B5-5290-4690-B98C-8A14ED357DE2}" type="pres">
      <dgm:prSet presAssocID="{36694149-2CD0-402A-9A46-D7B735717F15}" presName="hierChild2" presStyleCnt="0"/>
      <dgm:spPr/>
    </dgm:pt>
    <dgm:pt modelId="{77AEBD2D-60AC-42F6-9911-179B73CFE164}" type="pres">
      <dgm:prSet presAssocID="{36694149-2CD0-402A-9A46-D7B735717F15}" presName="hierChild3" presStyleCnt="0"/>
      <dgm:spPr/>
    </dgm:pt>
    <dgm:pt modelId="{03A8FC78-DEC5-40A0-A0BB-38110C9167E1}" type="pres">
      <dgm:prSet presAssocID="{0FAC2022-E121-497E-BBBF-22737F6D2DFE}" presName="hierRoot1" presStyleCnt="0">
        <dgm:presLayoutVars>
          <dgm:hierBranch val="init"/>
        </dgm:presLayoutVars>
      </dgm:prSet>
      <dgm:spPr/>
    </dgm:pt>
    <dgm:pt modelId="{0CA2D9F6-FD03-4547-B52A-2BCA7CFE6F60}" type="pres">
      <dgm:prSet presAssocID="{0FAC2022-E121-497E-BBBF-22737F6D2DFE}" presName="rootComposite1" presStyleCnt="0"/>
      <dgm:spPr/>
    </dgm:pt>
    <dgm:pt modelId="{66A331AF-4200-4182-A829-46B38BC6D507}" type="pres">
      <dgm:prSet presAssocID="{0FAC2022-E121-497E-BBBF-22737F6D2DFE}" presName="rootText1" presStyleLbl="node0" presStyleIdx="1" presStyleCnt="4">
        <dgm:presLayoutVars>
          <dgm:chPref val="3"/>
        </dgm:presLayoutVars>
      </dgm:prSet>
      <dgm:spPr/>
    </dgm:pt>
    <dgm:pt modelId="{2CA81F77-4C72-4B8D-A317-CD8A00B76449}" type="pres">
      <dgm:prSet presAssocID="{0FAC2022-E121-497E-BBBF-22737F6D2DFE}" presName="rootConnector1" presStyleLbl="node1" presStyleIdx="0" presStyleCnt="0"/>
      <dgm:spPr/>
    </dgm:pt>
    <dgm:pt modelId="{D0F21060-E00E-43D2-B14F-A8636C4D71A2}" type="pres">
      <dgm:prSet presAssocID="{0FAC2022-E121-497E-BBBF-22737F6D2DFE}" presName="hierChild2" presStyleCnt="0"/>
      <dgm:spPr/>
    </dgm:pt>
    <dgm:pt modelId="{F4A0A470-F11E-4176-A88F-204141F3F372}" type="pres">
      <dgm:prSet presAssocID="{0FAC2022-E121-497E-BBBF-22737F6D2DFE}" presName="hierChild3" presStyleCnt="0"/>
      <dgm:spPr/>
    </dgm:pt>
    <dgm:pt modelId="{A7208164-A422-4745-B4CD-1BFB15D7C4D8}" type="pres">
      <dgm:prSet presAssocID="{9C9A7E37-3770-4B89-ADA8-6360927CC47F}" presName="hierRoot1" presStyleCnt="0">
        <dgm:presLayoutVars>
          <dgm:hierBranch val="init"/>
        </dgm:presLayoutVars>
      </dgm:prSet>
      <dgm:spPr/>
    </dgm:pt>
    <dgm:pt modelId="{182BE3AD-0616-4644-90BF-C5DBAEA86C1A}" type="pres">
      <dgm:prSet presAssocID="{9C9A7E37-3770-4B89-ADA8-6360927CC47F}" presName="rootComposite1" presStyleCnt="0"/>
      <dgm:spPr/>
    </dgm:pt>
    <dgm:pt modelId="{30D8D493-84F5-43D2-8BEE-9BE49DABDCED}" type="pres">
      <dgm:prSet presAssocID="{9C9A7E37-3770-4B89-ADA8-6360927CC47F}" presName="rootText1" presStyleLbl="node0" presStyleIdx="2" presStyleCnt="4">
        <dgm:presLayoutVars>
          <dgm:chPref val="3"/>
        </dgm:presLayoutVars>
      </dgm:prSet>
      <dgm:spPr/>
    </dgm:pt>
    <dgm:pt modelId="{3D10D1B6-C80F-41A7-AAA6-F860C20F6944}" type="pres">
      <dgm:prSet presAssocID="{9C9A7E37-3770-4B89-ADA8-6360927CC47F}" presName="rootConnector1" presStyleLbl="node1" presStyleIdx="0" presStyleCnt="0"/>
      <dgm:spPr/>
    </dgm:pt>
    <dgm:pt modelId="{7C892A55-A4CD-42CC-A490-BE1460F54068}" type="pres">
      <dgm:prSet presAssocID="{9C9A7E37-3770-4B89-ADA8-6360927CC47F}" presName="hierChild2" presStyleCnt="0"/>
      <dgm:spPr/>
    </dgm:pt>
    <dgm:pt modelId="{1FDA2998-A4AC-4CFB-B556-683BA2BA51BD}" type="pres">
      <dgm:prSet presAssocID="{9C9A7E37-3770-4B89-ADA8-6360927CC47F}" presName="hierChild3" presStyleCnt="0"/>
      <dgm:spPr/>
    </dgm:pt>
    <dgm:pt modelId="{00F31B54-3CA8-4020-ABF9-1359DA0796C9}" type="pres">
      <dgm:prSet presAssocID="{D65FD139-C9D3-4C8F-9C20-D04A64B18B47}" presName="hierRoot1" presStyleCnt="0">
        <dgm:presLayoutVars>
          <dgm:hierBranch val="init"/>
        </dgm:presLayoutVars>
      </dgm:prSet>
      <dgm:spPr/>
    </dgm:pt>
    <dgm:pt modelId="{C3E06E0C-119A-4893-BC23-6CA895BC66BB}" type="pres">
      <dgm:prSet presAssocID="{D65FD139-C9D3-4C8F-9C20-D04A64B18B47}" presName="rootComposite1" presStyleCnt="0"/>
      <dgm:spPr/>
    </dgm:pt>
    <dgm:pt modelId="{FE27220C-FF3E-4112-A05F-CE16398D7112}" type="pres">
      <dgm:prSet presAssocID="{D65FD139-C9D3-4C8F-9C20-D04A64B18B47}" presName="rootText1" presStyleLbl="node0" presStyleIdx="3" presStyleCnt="4">
        <dgm:presLayoutVars>
          <dgm:chPref val="3"/>
        </dgm:presLayoutVars>
      </dgm:prSet>
      <dgm:spPr/>
    </dgm:pt>
    <dgm:pt modelId="{5D29FF61-F836-4F56-A6FE-71006CA19AAB}" type="pres">
      <dgm:prSet presAssocID="{D65FD139-C9D3-4C8F-9C20-D04A64B18B47}" presName="rootConnector1" presStyleLbl="node1" presStyleIdx="0" presStyleCnt="0"/>
      <dgm:spPr/>
    </dgm:pt>
    <dgm:pt modelId="{2E73A5A1-E063-44EA-8B9D-FB16ED6030A3}" type="pres">
      <dgm:prSet presAssocID="{D65FD139-C9D3-4C8F-9C20-D04A64B18B47}" presName="hierChild2" presStyleCnt="0"/>
      <dgm:spPr/>
    </dgm:pt>
    <dgm:pt modelId="{A8A210DD-D2FB-4491-B6AD-B6161C88E663}" type="pres">
      <dgm:prSet presAssocID="{D65FD139-C9D3-4C8F-9C20-D04A64B18B47}" presName="hierChild3" presStyleCnt="0"/>
      <dgm:spPr/>
    </dgm:pt>
  </dgm:ptLst>
  <dgm:cxnLst>
    <dgm:cxn modelId="{97A69921-C5C4-40D0-8C1C-6DC4C9211FC0}" srcId="{B55EB3EF-445C-4A7E-A9C7-5B05F48081EB}" destId="{0FAC2022-E121-497E-BBBF-22737F6D2DFE}" srcOrd="1" destOrd="0" parTransId="{A818863B-5A72-407C-8C57-99BE8B8A2F54}" sibTransId="{22DE4EE0-420F-4655-982A-25C461CCC7AD}"/>
    <dgm:cxn modelId="{64CFCF37-01C8-4D3C-A86B-C6102A9985AD}" srcId="{B55EB3EF-445C-4A7E-A9C7-5B05F48081EB}" destId="{36694149-2CD0-402A-9A46-D7B735717F15}" srcOrd="0" destOrd="0" parTransId="{9B4D6E43-DC8D-485B-96E3-D47B6C7CFCF3}" sibTransId="{EB524F91-58E3-4CE6-A848-39995BA12789}"/>
    <dgm:cxn modelId="{5B43843D-ABB7-4C5C-A18C-F508D3FB0CF5}" type="presOf" srcId="{9C9A7E37-3770-4B89-ADA8-6360927CC47F}" destId="{30D8D493-84F5-43D2-8BEE-9BE49DABDCED}" srcOrd="0" destOrd="0" presId="urn:microsoft.com/office/officeart/2005/8/layout/orgChart1"/>
    <dgm:cxn modelId="{38FA7A40-58F1-4F7F-A9A2-790B867D2D07}" type="presOf" srcId="{D65FD139-C9D3-4C8F-9C20-D04A64B18B47}" destId="{5D29FF61-F836-4F56-A6FE-71006CA19AAB}" srcOrd="1" destOrd="0" presId="urn:microsoft.com/office/officeart/2005/8/layout/orgChart1"/>
    <dgm:cxn modelId="{DF1AC862-61EA-4FAF-991F-947B367C5324}" type="presOf" srcId="{D65FD139-C9D3-4C8F-9C20-D04A64B18B47}" destId="{FE27220C-FF3E-4112-A05F-CE16398D7112}" srcOrd="0" destOrd="0" presId="urn:microsoft.com/office/officeart/2005/8/layout/orgChart1"/>
    <dgm:cxn modelId="{2A766268-F9E9-4D36-99E2-CAA1F402F711}" srcId="{B55EB3EF-445C-4A7E-A9C7-5B05F48081EB}" destId="{9C9A7E37-3770-4B89-ADA8-6360927CC47F}" srcOrd="2" destOrd="0" parTransId="{902C9A1E-20D9-49AB-98E9-82DD0D07CD84}" sibTransId="{288CF2AC-9B28-44CD-B54C-5BC409DFBFD6}"/>
    <dgm:cxn modelId="{00D6ED69-CE40-4963-AF9B-1DD9DA0F589C}" srcId="{B55EB3EF-445C-4A7E-A9C7-5B05F48081EB}" destId="{D65FD139-C9D3-4C8F-9C20-D04A64B18B47}" srcOrd="3" destOrd="0" parTransId="{987368F6-FBE9-4ABA-B627-2B82B0BCAF2F}" sibTransId="{9DAF45AC-ECD6-4077-954E-6AA645C85120}"/>
    <dgm:cxn modelId="{B119E374-DFEF-4443-B1A1-6F9F37B8D737}" type="presOf" srcId="{9C9A7E37-3770-4B89-ADA8-6360927CC47F}" destId="{3D10D1B6-C80F-41A7-AAA6-F860C20F6944}" srcOrd="1" destOrd="0" presId="urn:microsoft.com/office/officeart/2005/8/layout/orgChart1"/>
    <dgm:cxn modelId="{F4B2458C-CEEB-4C6D-BEC4-0A5FD95903D5}" type="presOf" srcId="{B55EB3EF-445C-4A7E-A9C7-5B05F48081EB}" destId="{98B5A485-9CB0-4889-8C5D-17EBDC478D60}" srcOrd="0" destOrd="0" presId="urn:microsoft.com/office/officeart/2005/8/layout/orgChart1"/>
    <dgm:cxn modelId="{50E15A8D-C09A-413B-826B-8E9902136562}" type="presOf" srcId="{0FAC2022-E121-497E-BBBF-22737F6D2DFE}" destId="{2CA81F77-4C72-4B8D-A317-CD8A00B76449}" srcOrd="1" destOrd="0" presId="urn:microsoft.com/office/officeart/2005/8/layout/orgChart1"/>
    <dgm:cxn modelId="{546D2CAF-1982-483F-8218-6C08A6BB973C}" type="presOf" srcId="{0FAC2022-E121-497E-BBBF-22737F6D2DFE}" destId="{66A331AF-4200-4182-A829-46B38BC6D507}" srcOrd="0" destOrd="0" presId="urn:microsoft.com/office/officeart/2005/8/layout/orgChart1"/>
    <dgm:cxn modelId="{4F572FC0-FAC3-4DA3-8E66-7C19BFD4B794}" type="presOf" srcId="{36694149-2CD0-402A-9A46-D7B735717F15}" destId="{CCB4E29F-AC51-4F03-A7CD-80232CCF3A23}" srcOrd="1" destOrd="0" presId="urn:microsoft.com/office/officeart/2005/8/layout/orgChart1"/>
    <dgm:cxn modelId="{D648F0DD-2A7A-48D3-9AD6-8D0163565DD8}" type="presOf" srcId="{36694149-2CD0-402A-9A46-D7B735717F15}" destId="{DFD195DC-91E0-4DB4-B68A-B6CF45A2136D}" srcOrd="0" destOrd="0" presId="urn:microsoft.com/office/officeart/2005/8/layout/orgChart1"/>
    <dgm:cxn modelId="{EE22125F-8072-4594-A5B1-654D257053B3}" type="presParOf" srcId="{98B5A485-9CB0-4889-8C5D-17EBDC478D60}" destId="{94D25C89-6838-4305-8603-769586A2729A}" srcOrd="0" destOrd="0" presId="urn:microsoft.com/office/officeart/2005/8/layout/orgChart1"/>
    <dgm:cxn modelId="{9DCBD90A-C677-4FD0-BAE1-2CE969B4AB39}" type="presParOf" srcId="{94D25C89-6838-4305-8603-769586A2729A}" destId="{4747187E-A7A1-4D89-A7FB-1C601050ACE5}" srcOrd="0" destOrd="0" presId="urn:microsoft.com/office/officeart/2005/8/layout/orgChart1"/>
    <dgm:cxn modelId="{D59A1A03-DA28-49DA-A82A-B2E4F0D96E7D}" type="presParOf" srcId="{4747187E-A7A1-4D89-A7FB-1C601050ACE5}" destId="{DFD195DC-91E0-4DB4-B68A-B6CF45A2136D}" srcOrd="0" destOrd="0" presId="urn:microsoft.com/office/officeart/2005/8/layout/orgChart1"/>
    <dgm:cxn modelId="{8C42D7B5-C979-4441-A9D1-3ABEB3816BFF}" type="presParOf" srcId="{4747187E-A7A1-4D89-A7FB-1C601050ACE5}" destId="{CCB4E29F-AC51-4F03-A7CD-80232CCF3A23}" srcOrd="1" destOrd="0" presId="urn:microsoft.com/office/officeart/2005/8/layout/orgChart1"/>
    <dgm:cxn modelId="{60441EBB-41D8-45CE-89C3-6606BE33A193}" type="presParOf" srcId="{94D25C89-6838-4305-8603-769586A2729A}" destId="{D5A015B5-5290-4690-B98C-8A14ED357DE2}" srcOrd="1" destOrd="0" presId="urn:microsoft.com/office/officeart/2005/8/layout/orgChart1"/>
    <dgm:cxn modelId="{4778A53C-E768-472C-A24D-0D8811CAD86E}" type="presParOf" srcId="{94D25C89-6838-4305-8603-769586A2729A}" destId="{77AEBD2D-60AC-42F6-9911-179B73CFE164}" srcOrd="2" destOrd="0" presId="urn:microsoft.com/office/officeart/2005/8/layout/orgChart1"/>
    <dgm:cxn modelId="{AC9C0421-55E0-4CD1-BAB1-73AB44A69D01}" type="presParOf" srcId="{98B5A485-9CB0-4889-8C5D-17EBDC478D60}" destId="{03A8FC78-DEC5-40A0-A0BB-38110C9167E1}" srcOrd="1" destOrd="0" presId="urn:microsoft.com/office/officeart/2005/8/layout/orgChart1"/>
    <dgm:cxn modelId="{5AA09C91-76CC-49AF-BEA9-56CF598359F1}" type="presParOf" srcId="{03A8FC78-DEC5-40A0-A0BB-38110C9167E1}" destId="{0CA2D9F6-FD03-4547-B52A-2BCA7CFE6F60}" srcOrd="0" destOrd="0" presId="urn:microsoft.com/office/officeart/2005/8/layout/orgChart1"/>
    <dgm:cxn modelId="{C95D7673-128B-4128-A0CF-C3CE7C84D00A}" type="presParOf" srcId="{0CA2D9F6-FD03-4547-B52A-2BCA7CFE6F60}" destId="{66A331AF-4200-4182-A829-46B38BC6D507}" srcOrd="0" destOrd="0" presId="urn:microsoft.com/office/officeart/2005/8/layout/orgChart1"/>
    <dgm:cxn modelId="{B3AF7939-6F0B-46FA-B715-E9BDD5F569C8}" type="presParOf" srcId="{0CA2D9F6-FD03-4547-B52A-2BCA7CFE6F60}" destId="{2CA81F77-4C72-4B8D-A317-CD8A00B76449}" srcOrd="1" destOrd="0" presId="urn:microsoft.com/office/officeart/2005/8/layout/orgChart1"/>
    <dgm:cxn modelId="{6C272855-6890-4510-913B-746C4F1BB5EB}" type="presParOf" srcId="{03A8FC78-DEC5-40A0-A0BB-38110C9167E1}" destId="{D0F21060-E00E-43D2-B14F-A8636C4D71A2}" srcOrd="1" destOrd="0" presId="urn:microsoft.com/office/officeart/2005/8/layout/orgChart1"/>
    <dgm:cxn modelId="{AC4FA632-B308-4260-9E05-5BCDBF837C3D}" type="presParOf" srcId="{03A8FC78-DEC5-40A0-A0BB-38110C9167E1}" destId="{F4A0A470-F11E-4176-A88F-204141F3F372}" srcOrd="2" destOrd="0" presId="urn:microsoft.com/office/officeart/2005/8/layout/orgChart1"/>
    <dgm:cxn modelId="{90DB2663-B355-4185-A03C-B5A95729F7C3}" type="presParOf" srcId="{98B5A485-9CB0-4889-8C5D-17EBDC478D60}" destId="{A7208164-A422-4745-B4CD-1BFB15D7C4D8}" srcOrd="2" destOrd="0" presId="urn:microsoft.com/office/officeart/2005/8/layout/orgChart1"/>
    <dgm:cxn modelId="{1C6DC2C8-2E52-499E-B397-F530C33CD33E}" type="presParOf" srcId="{A7208164-A422-4745-B4CD-1BFB15D7C4D8}" destId="{182BE3AD-0616-4644-90BF-C5DBAEA86C1A}" srcOrd="0" destOrd="0" presId="urn:microsoft.com/office/officeart/2005/8/layout/orgChart1"/>
    <dgm:cxn modelId="{ABB0C47F-92B8-4326-B3FC-2B5D12372F80}" type="presParOf" srcId="{182BE3AD-0616-4644-90BF-C5DBAEA86C1A}" destId="{30D8D493-84F5-43D2-8BEE-9BE49DABDCED}" srcOrd="0" destOrd="0" presId="urn:microsoft.com/office/officeart/2005/8/layout/orgChart1"/>
    <dgm:cxn modelId="{93719A81-6334-4E6A-8696-AFF5C31F9E79}" type="presParOf" srcId="{182BE3AD-0616-4644-90BF-C5DBAEA86C1A}" destId="{3D10D1B6-C80F-41A7-AAA6-F860C20F6944}" srcOrd="1" destOrd="0" presId="urn:microsoft.com/office/officeart/2005/8/layout/orgChart1"/>
    <dgm:cxn modelId="{C3F439DF-6376-4E2B-8A4D-37D6CEF1D45A}" type="presParOf" srcId="{A7208164-A422-4745-B4CD-1BFB15D7C4D8}" destId="{7C892A55-A4CD-42CC-A490-BE1460F54068}" srcOrd="1" destOrd="0" presId="urn:microsoft.com/office/officeart/2005/8/layout/orgChart1"/>
    <dgm:cxn modelId="{810CAB3F-F68E-4269-AC4B-2B9308C5750C}" type="presParOf" srcId="{A7208164-A422-4745-B4CD-1BFB15D7C4D8}" destId="{1FDA2998-A4AC-4CFB-B556-683BA2BA51BD}" srcOrd="2" destOrd="0" presId="urn:microsoft.com/office/officeart/2005/8/layout/orgChart1"/>
    <dgm:cxn modelId="{B574B036-077F-4DA6-9A1C-E7A37232A327}" type="presParOf" srcId="{98B5A485-9CB0-4889-8C5D-17EBDC478D60}" destId="{00F31B54-3CA8-4020-ABF9-1359DA0796C9}" srcOrd="3" destOrd="0" presId="urn:microsoft.com/office/officeart/2005/8/layout/orgChart1"/>
    <dgm:cxn modelId="{4597075D-98D0-46BA-A7C7-76AE8DBCCBD3}" type="presParOf" srcId="{00F31B54-3CA8-4020-ABF9-1359DA0796C9}" destId="{C3E06E0C-119A-4893-BC23-6CA895BC66BB}" srcOrd="0" destOrd="0" presId="urn:microsoft.com/office/officeart/2005/8/layout/orgChart1"/>
    <dgm:cxn modelId="{C84E7075-3FAB-483D-BF55-1BDE76367AE4}" type="presParOf" srcId="{C3E06E0C-119A-4893-BC23-6CA895BC66BB}" destId="{FE27220C-FF3E-4112-A05F-CE16398D7112}" srcOrd="0" destOrd="0" presId="urn:microsoft.com/office/officeart/2005/8/layout/orgChart1"/>
    <dgm:cxn modelId="{8663FA5C-55D9-4906-BF4B-C0CE5FB17BC1}" type="presParOf" srcId="{C3E06E0C-119A-4893-BC23-6CA895BC66BB}" destId="{5D29FF61-F836-4F56-A6FE-71006CA19AAB}" srcOrd="1" destOrd="0" presId="urn:microsoft.com/office/officeart/2005/8/layout/orgChart1"/>
    <dgm:cxn modelId="{FCD6786F-9C37-4697-99C8-F020B0150DF9}" type="presParOf" srcId="{00F31B54-3CA8-4020-ABF9-1359DA0796C9}" destId="{2E73A5A1-E063-44EA-8B9D-FB16ED6030A3}" srcOrd="1" destOrd="0" presId="urn:microsoft.com/office/officeart/2005/8/layout/orgChart1"/>
    <dgm:cxn modelId="{A2BE41F7-AF41-40B7-BD15-5171D30E29C1}" type="presParOf" srcId="{00F31B54-3CA8-4020-ABF9-1359DA0796C9}" destId="{A8A210DD-D2FB-4491-B6AD-B6161C88E6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B9A959E-F254-41AB-9066-32A823C10D24}" type="doc">
      <dgm:prSet loTypeId="urn:microsoft.com/office/officeart/2005/8/layout/vList2" loCatId="list" qsTypeId="urn:microsoft.com/office/officeart/2005/8/quickstyle/3d1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1C1D434-2E78-4F45-91BB-D700E823C502}">
      <dgm:prSet/>
      <dgm:spPr/>
      <dgm:t>
        <a:bodyPr/>
        <a:lstStyle/>
        <a:p>
          <a:r>
            <a:rPr lang="en-US"/>
            <a:t>Financial Accounting</a:t>
          </a:r>
        </a:p>
      </dgm:t>
    </dgm:pt>
    <dgm:pt modelId="{058FA0A6-DD24-4890-A025-128F9A569794}" type="parTrans" cxnId="{5C802C85-5588-49DC-A782-D99427D8852C}">
      <dgm:prSet/>
      <dgm:spPr/>
      <dgm:t>
        <a:bodyPr/>
        <a:lstStyle/>
        <a:p>
          <a:endParaRPr lang="en-US"/>
        </a:p>
      </dgm:t>
    </dgm:pt>
    <dgm:pt modelId="{E1BF4BC0-E3A6-47AE-BD2E-852759727127}" type="sibTrans" cxnId="{5C802C85-5588-49DC-A782-D99427D8852C}">
      <dgm:prSet/>
      <dgm:spPr/>
      <dgm:t>
        <a:bodyPr/>
        <a:lstStyle/>
        <a:p>
          <a:endParaRPr lang="en-US"/>
        </a:p>
      </dgm:t>
    </dgm:pt>
    <dgm:pt modelId="{5CC33A0B-6058-4EFF-8F7B-90F262761862}" type="pres">
      <dgm:prSet presAssocID="{EB9A959E-F254-41AB-9066-32A823C10D24}" presName="linear" presStyleCnt="0">
        <dgm:presLayoutVars>
          <dgm:animLvl val="lvl"/>
          <dgm:resizeHandles val="exact"/>
        </dgm:presLayoutVars>
      </dgm:prSet>
      <dgm:spPr/>
    </dgm:pt>
    <dgm:pt modelId="{9DDFDDE1-D2FC-4A4D-A875-28D36155E88C}" type="pres">
      <dgm:prSet presAssocID="{41C1D434-2E78-4F45-91BB-D700E823C50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F2FE351-E9B1-4979-A448-E39730CB5C9B}" type="presOf" srcId="{41C1D434-2E78-4F45-91BB-D700E823C502}" destId="{9DDFDDE1-D2FC-4A4D-A875-28D36155E88C}" srcOrd="0" destOrd="0" presId="urn:microsoft.com/office/officeart/2005/8/layout/vList2"/>
    <dgm:cxn modelId="{5C802C85-5588-49DC-A782-D99427D8852C}" srcId="{EB9A959E-F254-41AB-9066-32A823C10D24}" destId="{41C1D434-2E78-4F45-91BB-D700E823C502}" srcOrd="0" destOrd="0" parTransId="{058FA0A6-DD24-4890-A025-128F9A569794}" sibTransId="{E1BF4BC0-E3A6-47AE-BD2E-852759727127}"/>
    <dgm:cxn modelId="{03C3A5CF-8604-45C8-A983-6B2F42F7C099}" type="presOf" srcId="{EB9A959E-F254-41AB-9066-32A823C10D24}" destId="{5CC33A0B-6058-4EFF-8F7B-90F262761862}" srcOrd="0" destOrd="0" presId="urn:microsoft.com/office/officeart/2005/8/layout/vList2"/>
    <dgm:cxn modelId="{DA49F5E6-AD63-48CD-98CB-1E5BFDC0A6BF}" type="presParOf" srcId="{5CC33A0B-6058-4EFF-8F7B-90F262761862}" destId="{9DDFDDE1-D2FC-4A4D-A875-28D36155E8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5261C52-8D83-4DBC-88FC-4D1500EB1B1A}" type="doc">
      <dgm:prSet loTypeId="urn:microsoft.com/office/officeart/2008/layout/LinedList" loCatId="list" qsTypeId="urn:microsoft.com/office/officeart/2005/8/quickstyle/3d2" qsCatId="3D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1AA9A95F-2E71-4B61-A71B-3045F158CF4A}">
      <dgm:prSet custT="1"/>
      <dgm:spPr/>
      <dgm:t>
        <a:bodyPr/>
        <a:lstStyle/>
        <a:p>
          <a:r>
            <a:rPr lang="en-US" sz="4000" dirty="0"/>
            <a:t>Records all transactions and prepares final accounts.</a:t>
          </a:r>
        </a:p>
      </dgm:t>
    </dgm:pt>
    <dgm:pt modelId="{DC2461C5-B4FF-47D3-BE01-5F3E6FC06E6C}" type="parTrans" cxnId="{0FBD7068-2FA6-4D57-A297-116701E35386}">
      <dgm:prSet/>
      <dgm:spPr/>
      <dgm:t>
        <a:bodyPr/>
        <a:lstStyle/>
        <a:p>
          <a:endParaRPr lang="en-US" sz="1200"/>
        </a:p>
      </dgm:t>
    </dgm:pt>
    <dgm:pt modelId="{04100E15-39F4-44B2-BC76-AFBEED885E69}" type="sibTrans" cxnId="{0FBD7068-2FA6-4D57-A297-116701E35386}">
      <dgm:prSet/>
      <dgm:spPr/>
      <dgm:t>
        <a:bodyPr/>
        <a:lstStyle/>
        <a:p>
          <a:endParaRPr lang="en-US" sz="1200"/>
        </a:p>
      </dgm:t>
    </dgm:pt>
    <dgm:pt modelId="{D6724903-708B-4EC5-91EE-80BC0CB546B1}">
      <dgm:prSet custT="1"/>
      <dgm:spPr/>
      <dgm:t>
        <a:bodyPr/>
        <a:lstStyle/>
        <a:p>
          <a:r>
            <a:rPr lang="en-US" sz="4000" b="1" dirty="0"/>
            <a:t>Example: </a:t>
          </a:r>
          <a:r>
            <a:rPr lang="en-US" sz="4000" dirty="0"/>
            <a:t>Balance Sheet prepared for bank loan.</a:t>
          </a:r>
        </a:p>
      </dgm:t>
    </dgm:pt>
    <dgm:pt modelId="{2FFC6697-15EB-488F-911F-14E136A30024}" type="parTrans" cxnId="{89C775FE-EE59-41C2-9692-FCD5AF67A108}">
      <dgm:prSet/>
      <dgm:spPr/>
      <dgm:t>
        <a:bodyPr/>
        <a:lstStyle/>
        <a:p>
          <a:endParaRPr lang="en-US" sz="1200"/>
        </a:p>
      </dgm:t>
    </dgm:pt>
    <dgm:pt modelId="{9125FC4F-2134-457C-8D6C-CD8C9189E730}" type="sibTrans" cxnId="{89C775FE-EE59-41C2-9692-FCD5AF67A108}">
      <dgm:prSet/>
      <dgm:spPr/>
      <dgm:t>
        <a:bodyPr/>
        <a:lstStyle/>
        <a:p>
          <a:endParaRPr lang="en-US" sz="1200"/>
        </a:p>
      </dgm:t>
    </dgm:pt>
    <dgm:pt modelId="{70E627AD-EDEA-4361-9AA3-C0E465CF5960}" type="pres">
      <dgm:prSet presAssocID="{E5261C52-8D83-4DBC-88FC-4D1500EB1B1A}" presName="vert0" presStyleCnt="0">
        <dgm:presLayoutVars>
          <dgm:dir/>
          <dgm:animOne val="branch"/>
          <dgm:animLvl val="lvl"/>
        </dgm:presLayoutVars>
      </dgm:prSet>
      <dgm:spPr/>
    </dgm:pt>
    <dgm:pt modelId="{EA250C0B-A083-43B3-8664-378C9C005619}" type="pres">
      <dgm:prSet presAssocID="{1AA9A95F-2E71-4B61-A71B-3045F158CF4A}" presName="thickLine" presStyleLbl="alignNode1" presStyleIdx="0" presStyleCnt="2"/>
      <dgm:spPr/>
    </dgm:pt>
    <dgm:pt modelId="{2277B5A7-4C71-4976-9BAD-8207B5CBBE44}" type="pres">
      <dgm:prSet presAssocID="{1AA9A95F-2E71-4B61-A71B-3045F158CF4A}" presName="horz1" presStyleCnt="0"/>
      <dgm:spPr/>
    </dgm:pt>
    <dgm:pt modelId="{39154B31-2061-4F9C-A199-C752BD6E2F77}" type="pres">
      <dgm:prSet presAssocID="{1AA9A95F-2E71-4B61-A71B-3045F158CF4A}" presName="tx1" presStyleLbl="revTx" presStyleIdx="0" presStyleCnt="2"/>
      <dgm:spPr/>
    </dgm:pt>
    <dgm:pt modelId="{91A2B890-5FDF-45EA-99CC-34240978D068}" type="pres">
      <dgm:prSet presAssocID="{1AA9A95F-2E71-4B61-A71B-3045F158CF4A}" presName="vert1" presStyleCnt="0"/>
      <dgm:spPr/>
    </dgm:pt>
    <dgm:pt modelId="{4BB46DAB-F0B6-4588-B6C1-59EE026C6E6C}" type="pres">
      <dgm:prSet presAssocID="{D6724903-708B-4EC5-91EE-80BC0CB546B1}" presName="thickLine" presStyleLbl="alignNode1" presStyleIdx="1" presStyleCnt="2"/>
      <dgm:spPr/>
    </dgm:pt>
    <dgm:pt modelId="{2895B6BD-197D-45CD-9656-78011A268B07}" type="pres">
      <dgm:prSet presAssocID="{D6724903-708B-4EC5-91EE-80BC0CB546B1}" presName="horz1" presStyleCnt="0"/>
      <dgm:spPr/>
    </dgm:pt>
    <dgm:pt modelId="{B6D4ECD3-9D1F-4E3C-91D5-498FBA76194A}" type="pres">
      <dgm:prSet presAssocID="{D6724903-708B-4EC5-91EE-80BC0CB546B1}" presName="tx1" presStyleLbl="revTx" presStyleIdx="1" presStyleCnt="2"/>
      <dgm:spPr/>
    </dgm:pt>
    <dgm:pt modelId="{B366A267-7369-43BE-B9E3-5E309B1E650A}" type="pres">
      <dgm:prSet presAssocID="{D6724903-708B-4EC5-91EE-80BC0CB546B1}" presName="vert1" presStyleCnt="0"/>
      <dgm:spPr/>
    </dgm:pt>
  </dgm:ptLst>
  <dgm:cxnLst>
    <dgm:cxn modelId="{CD6D992A-3E33-40D2-B3F6-2B2B8158ED83}" type="presOf" srcId="{1AA9A95F-2E71-4B61-A71B-3045F158CF4A}" destId="{39154B31-2061-4F9C-A199-C752BD6E2F77}" srcOrd="0" destOrd="0" presId="urn:microsoft.com/office/officeart/2008/layout/LinedList"/>
    <dgm:cxn modelId="{1C0CEE5D-4074-48FA-9BFC-A6B9F7DFCB62}" type="presOf" srcId="{E5261C52-8D83-4DBC-88FC-4D1500EB1B1A}" destId="{70E627AD-EDEA-4361-9AA3-C0E465CF5960}" srcOrd="0" destOrd="0" presId="urn:microsoft.com/office/officeart/2008/layout/LinedList"/>
    <dgm:cxn modelId="{0FBD7068-2FA6-4D57-A297-116701E35386}" srcId="{E5261C52-8D83-4DBC-88FC-4D1500EB1B1A}" destId="{1AA9A95F-2E71-4B61-A71B-3045F158CF4A}" srcOrd="0" destOrd="0" parTransId="{DC2461C5-B4FF-47D3-BE01-5F3E6FC06E6C}" sibTransId="{04100E15-39F4-44B2-BC76-AFBEED885E69}"/>
    <dgm:cxn modelId="{3D4EA382-44E8-4F6E-BFCB-C74EC1662DE8}" type="presOf" srcId="{D6724903-708B-4EC5-91EE-80BC0CB546B1}" destId="{B6D4ECD3-9D1F-4E3C-91D5-498FBA76194A}" srcOrd="0" destOrd="0" presId="urn:microsoft.com/office/officeart/2008/layout/LinedList"/>
    <dgm:cxn modelId="{89C775FE-EE59-41C2-9692-FCD5AF67A108}" srcId="{E5261C52-8D83-4DBC-88FC-4D1500EB1B1A}" destId="{D6724903-708B-4EC5-91EE-80BC0CB546B1}" srcOrd="1" destOrd="0" parTransId="{2FFC6697-15EB-488F-911F-14E136A30024}" sibTransId="{9125FC4F-2134-457C-8D6C-CD8C9189E730}"/>
    <dgm:cxn modelId="{E9F4BD74-2B1A-4EDF-BBDC-A564FD389D88}" type="presParOf" srcId="{70E627AD-EDEA-4361-9AA3-C0E465CF5960}" destId="{EA250C0B-A083-43B3-8664-378C9C005619}" srcOrd="0" destOrd="0" presId="urn:microsoft.com/office/officeart/2008/layout/LinedList"/>
    <dgm:cxn modelId="{84BD4CA1-8EA9-4532-882D-D75DE1A2FC3E}" type="presParOf" srcId="{70E627AD-EDEA-4361-9AA3-C0E465CF5960}" destId="{2277B5A7-4C71-4976-9BAD-8207B5CBBE44}" srcOrd="1" destOrd="0" presId="urn:microsoft.com/office/officeart/2008/layout/LinedList"/>
    <dgm:cxn modelId="{EC4B14FD-D788-48F6-A43B-6CC05344BADD}" type="presParOf" srcId="{2277B5A7-4C71-4976-9BAD-8207B5CBBE44}" destId="{39154B31-2061-4F9C-A199-C752BD6E2F77}" srcOrd="0" destOrd="0" presId="urn:microsoft.com/office/officeart/2008/layout/LinedList"/>
    <dgm:cxn modelId="{600A45A4-012E-4557-98BD-5DD17043D624}" type="presParOf" srcId="{2277B5A7-4C71-4976-9BAD-8207B5CBBE44}" destId="{91A2B890-5FDF-45EA-99CC-34240978D068}" srcOrd="1" destOrd="0" presId="urn:microsoft.com/office/officeart/2008/layout/LinedList"/>
    <dgm:cxn modelId="{4A9B14F6-7F37-4DA7-A0E4-12E2110CCF3D}" type="presParOf" srcId="{70E627AD-EDEA-4361-9AA3-C0E465CF5960}" destId="{4BB46DAB-F0B6-4588-B6C1-59EE026C6E6C}" srcOrd="2" destOrd="0" presId="urn:microsoft.com/office/officeart/2008/layout/LinedList"/>
    <dgm:cxn modelId="{A5834E10-6A6C-4923-91DD-1952908373D9}" type="presParOf" srcId="{70E627AD-EDEA-4361-9AA3-C0E465CF5960}" destId="{2895B6BD-197D-45CD-9656-78011A268B07}" srcOrd="3" destOrd="0" presId="urn:microsoft.com/office/officeart/2008/layout/LinedList"/>
    <dgm:cxn modelId="{7BD9B45B-2046-4ADB-A963-2F8CC57C700F}" type="presParOf" srcId="{2895B6BD-197D-45CD-9656-78011A268B07}" destId="{B6D4ECD3-9D1F-4E3C-91D5-498FBA76194A}" srcOrd="0" destOrd="0" presId="urn:microsoft.com/office/officeart/2008/layout/LinedList"/>
    <dgm:cxn modelId="{6451B0DE-EAB7-4564-9F49-88860222F2F1}" type="presParOf" srcId="{2895B6BD-197D-45CD-9656-78011A268B07}" destId="{B366A267-7369-43BE-B9E3-5E309B1E650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198A5F3-A592-4323-9B14-2DA12222AE0F}" type="doc">
      <dgm:prSet loTypeId="urn:microsoft.com/office/officeart/2005/8/layout/vList2" loCatId="list" qsTypeId="urn:microsoft.com/office/officeart/2005/8/quickstyle/3d1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B9B56C2-B6B1-459E-B57B-4F788676A8CD}">
      <dgm:prSet/>
      <dgm:spPr/>
      <dgm:t>
        <a:bodyPr/>
        <a:lstStyle/>
        <a:p>
          <a:r>
            <a:rPr lang="en-US"/>
            <a:t>Cost Accounting</a:t>
          </a:r>
        </a:p>
      </dgm:t>
    </dgm:pt>
    <dgm:pt modelId="{83E0B9AD-5D70-45F2-9ECA-3065AD726BDE}" type="parTrans" cxnId="{EC182F37-9486-4A63-AB98-F418A90DC20D}">
      <dgm:prSet/>
      <dgm:spPr/>
      <dgm:t>
        <a:bodyPr/>
        <a:lstStyle/>
        <a:p>
          <a:endParaRPr lang="en-US"/>
        </a:p>
      </dgm:t>
    </dgm:pt>
    <dgm:pt modelId="{04936C1E-9C7E-4072-9442-F199406DC2A6}" type="sibTrans" cxnId="{EC182F37-9486-4A63-AB98-F418A90DC20D}">
      <dgm:prSet/>
      <dgm:spPr/>
      <dgm:t>
        <a:bodyPr/>
        <a:lstStyle/>
        <a:p>
          <a:endParaRPr lang="en-US"/>
        </a:p>
      </dgm:t>
    </dgm:pt>
    <dgm:pt modelId="{5A487DE4-CBF2-476A-BFB4-9B1645E45430}" type="pres">
      <dgm:prSet presAssocID="{3198A5F3-A592-4323-9B14-2DA12222AE0F}" presName="linear" presStyleCnt="0">
        <dgm:presLayoutVars>
          <dgm:animLvl val="lvl"/>
          <dgm:resizeHandles val="exact"/>
        </dgm:presLayoutVars>
      </dgm:prSet>
      <dgm:spPr/>
    </dgm:pt>
    <dgm:pt modelId="{6FE99354-1A2F-40FE-B3DA-ED8B56890B42}" type="pres">
      <dgm:prSet presAssocID="{0B9B56C2-B6B1-459E-B57B-4F788676A8C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8E93004-43E4-4E82-BDD3-4F7951DFD2BA}" type="presOf" srcId="{3198A5F3-A592-4323-9B14-2DA12222AE0F}" destId="{5A487DE4-CBF2-476A-BFB4-9B1645E45430}" srcOrd="0" destOrd="0" presId="urn:microsoft.com/office/officeart/2005/8/layout/vList2"/>
    <dgm:cxn modelId="{AAEAFC1F-2B39-4E08-B1D9-6953D1410B7E}" type="presOf" srcId="{0B9B56C2-B6B1-459E-B57B-4F788676A8CD}" destId="{6FE99354-1A2F-40FE-B3DA-ED8B56890B42}" srcOrd="0" destOrd="0" presId="urn:microsoft.com/office/officeart/2005/8/layout/vList2"/>
    <dgm:cxn modelId="{EC182F37-9486-4A63-AB98-F418A90DC20D}" srcId="{3198A5F3-A592-4323-9B14-2DA12222AE0F}" destId="{0B9B56C2-B6B1-459E-B57B-4F788676A8CD}" srcOrd="0" destOrd="0" parTransId="{83E0B9AD-5D70-45F2-9ECA-3065AD726BDE}" sibTransId="{04936C1E-9C7E-4072-9442-F199406DC2A6}"/>
    <dgm:cxn modelId="{181EA293-B604-4604-9F78-2646D4BEF2A5}" type="presParOf" srcId="{5A487DE4-CBF2-476A-BFB4-9B1645E45430}" destId="{6FE99354-1A2F-40FE-B3DA-ED8B56890B4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A6B26C9-216D-49BF-B394-913200BC6DA2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0429DE5D-71CD-4EA9-92F5-E29D5F84AC55}">
      <dgm:prSet custT="1"/>
      <dgm:spPr/>
      <dgm:t>
        <a:bodyPr/>
        <a:lstStyle/>
        <a:p>
          <a:r>
            <a:rPr lang="en-US" sz="3600" dirty="0"/>
            <a:t>Helps calculate and control cost of production.</a:t>
          </a:r>
        </a:p>
      </dgm:t>
    </dgm:pt>
    <dgm:pt modelId="{AAA4D9A8-65E5-4B84-B567-5F6D0B0E833D}" type="parTrans" cxnId="{9D9A575B-D68C-4CDB-B4E5-CE779163C165}">
      <dgm:prSet/>
      <dgm:spPr/>
      <dgm:t>
        <a:bodyPr/>
        <a:lstStyle/>
        <a:p>
          <a:endParaRPr lang="en-US" sz="1200"/>
        </a:p>
      </dgm:t>
    </dgm:pt>
    <dgm:pt modelId="{4D1054B1-511A-446C-A491-D59E298BE303}" type="sibTrans" cxnId="{9D9A575B-D68C-4CDB-B4E5-CE779163C165}">
      <dgm:prSet/>
      <dgm:spPr/>
      <dgm:t>
        <a:bodyPr/>
        <a:lstStyle/>
        <a:p>
          <a:endParaRPr lang="en-US" sz="1200"/>
        </a:p>
      </dgm:t>
    </dgm:pt>
    <dgm:pt modelId="{0C310F0D-1F95-418C-BE93-9C4ED4A77CCA}">
      <dgm:prSet custT="1"/>
      <dgm:spPr/>
      <dgm:t>
        <a:bodyPr/>
        <a:lstStyle/>
        <a:p>
          <a:r>
            <a:rPr lang="en-US" sz="3600" b="1" dirty="0"/>
            <a:t>Example: </a:t>
          </a:r>
          <a:r>
            <a:rPr lang="en-US" sz="3600" dirty="0"/>
            <a:t>Cost per shirt in garment factory.</a:t>
          </a:r>
        </a:p>
      </dgm:t>
    </dgm:pt>
    <dgm:pt modelId="{EA3A6067-DCA4-4AC2-8A65-4EF8836F8155}" type="parTrans" cxnId="{7FD948DE-D388-42C7-AC9E-B036BB9153B9}">
      <dgm:prSet/>
      <dgm:spPr/>
      <dgm:t>
        <a:bodyPr/>
        <a:lstStyle/>
        <a:p>
          <a:endParaRPr lang="en-US" sz="1200"/>
        </a:p>
      </dgm:t>
    </dgm:pt>
    <dgm:pt modelId="{8BC2FDCA-0C30-45AC-B496-6B7D31462A4E}" type="sibTrans" cxnId="{7FD948DE-D388-42C7-AC9E-B036BB9153B9}">
      <dgm:prSet/>
      <dgm:spPr/>
      <dgm:t>
        <a:bodyPr/>
        <a:lstStyle/>
        <a:p>
          <a:endParaRPr lang="en-US" sz="1200"/>
        </a:p>
      </dgm:t>
    </dgm:pt>
    <dgm:pt modelId="{1F92AF42-5E30-4B8D-A907-6ADB0B59E58D}" type="pres">
      <dgm:prSet presAssocID="{0A6B26C9-216D-49BF-B394-913200BC6DA2}" presName="linear" presStyleCnt="0">
        <dgm:presLayoutVars>
          <dgm:animLvl val="lvl"/>
          <dgm:resizeHandles val="exact"/>
        </dgm:presLayoutVars>
      </dgm:prSet>
      <dgm:spPr/>
    </dgm:pt>
    <dgm:pt modelId="{B4E7B28C-259E-4F4F-B3C1-C065CB6F58B2}" type="pres">
      <dgm:prSet presAssocID="{0429DE5D-71CD-4EA9-92F5-E29D5F84AC5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72FA4AE-A0EB-4441-ABC0-2F60EA353009}" type="pres">
      <dgm:prSet presAssocID="{4D1054B1-511A-446C-A491-D59E298BE303}" presName="spacer" presStyleCnt="0"/>
      <dgm:spPr/>
    </dgm:pt>
    <dgm:pt modelId="{4A4FCCE7-5722-48B5-AA68-B5F01F3723C7}" type="pres">
      <dgm:prSet presAssocID="{0C310F0D-1F95-418C-BE93-9C4ED4A77CC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4E4D612-208D-4A9E-AA7A-17521E365AF2}" type="presOf" srcId="{0429DE5D-71CD-4EA9-92F5-E29D5F84AC55}" destId="{B4E7B28C-259E-4F4F-B3C1-C065CB6F58B2}" srcOrd="0" destOrd="0" presId="urn:microsoft.com/office/officeart/2005/8/layout/vList2"/>
    <dgm:cxn modelId="{9D9A575B-D68C-4CDB-B4E5-CE779163C165}" srcId="{0A6B26C9-216D-49BF-B394-913200BC6DA2}" destId="{0429DE5D-71CD-4EA9-92F5-E29D5F84AC55}" srcOrd="0" destOrd="0" parTransId="{AAA4D9A8-65E5-4B84-B567-5F6D0B0E833D}" sibTransId="{4D1054B1-511A-446C-A491-D59E298BE303}"/>
    <dgm:cxn modelId="{3855E595-1CF4-49D2-BE7D-1A0F7C7F2066}" type="presOf" srcId="{0A6B26C9-216D-49BF-B394-913200BC6DA2}" destId="{1F92AF42-5E30-4B8D-A907-6ADB0B59E58D}" srcOrd="0" destOrd="0" presId="urn:microsoft.com/office/officeart/2005/8/layout/vList2"/>
    <dgm:cxn modelId="{B577B89B-1A20-4270-964D-12FEC0F65C75}" type="presOf" srcId="{0C310F0D-1F95-418C-BE93-9C4ED4A77CCA}" destId="{4A4FCCE7-5722-48B5-AA68-B5F01F3723C7}" srcOrd="0" destOrd="0" presId="urn:microsoft.com/office/officeart/2005/8/layout/vList2"/>
    <dgm:cxn modelId="{7FD948DE-D388-42C7-AC9E-B036BB9153B9}" srcId="{0A6B26C9-216D-49BF-B394-913200BC6DA2}" destId="{0C310F0D-1F95-418C-BE93-9C4ED4A77CCA}" srcOrd="1" destOrd="0" parTransId="{EA3A6067-DCA4-4AC2-8A65-4EF8836F8155}" sibTransId="{8BC2FDCA-0C30-45AC-B496-6B7D31462A4E}"/>
    <dgm:cxn modelId="{29A92F7D-E2F5-4710-86AD-EFB9E362E93D}" type="presParOf" srcId="{1F92AF42-5E30-4B8D-A907-6ADB0B59E58D}" destId="{B4E7B28C-259E-4F4F-B3C1-C065CB6F58B2}" srcOrd="0" destOrd="0" presId="urn:microsoft.com/office/officeart/2005/8/layout/vList2"/>
    <dgm:cxn modelId="{C52F8382-AE69-4237-84B6-F9346F8E59BF}" type="presParOf" srcId="{1F92AF42-5E30-4B8D-A907-6ADB0B59E58D}" destId="{E72FA4AE-A0EB-4441-ABC0-2F60EA353009}" srcOrd="1" destOrd="0" presId="urn:microsoft.com/office/officeart/2005/8/layout/vList2"/>
    <dgm:cxn modelId="{A4A9403D-F2EC-43DC-8885-B67AE1549633}" type="presParOf" srcId="{1F92AF42-5E30-4B8D-A907-6ADB0B59E58D}" destId="{4A4FCCE7-5722-48B5-AA68-B5F01F3723C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C8F74F-3BEB-45FB-81A7-F0FB08EE3ABD}">
      <dsp:nvSpPr>
        <dsp:cNvPr id="0" name=""/>
        <dsp:cNvSpPr/>
      </dsp:nvSpPr>
      <dsp:spPr>
        <a:xfrm>
          <a:off x="0" y="52812"/>
          <a:ext cx="8911687" cy="117526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Introduction to Accounting</a:t>
          </a:r>
        </a:p>
      </dsp:txBody>
      <dsp:txXfrm>
        <a:off x="57372" y="110184"/>
        <a:ext cx="8796943" cy="1060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D6A4F-4C0B-4321-9FF6-82FBA6C0BBDC}">
      <dsp:nvSpPr>
        <dsp:cNvPr id="0" name=""/>
        <dsp:cNvSpPr/>
      </dsp:nvSpPr>
      <dsp:spPr>
        <a:xfrm>
          <a:off x="0" y="45610"/>
          <a:ext cx="8915400" cy="179712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Accounting is the process of recording, classifying, summarizing and interpreting business transactions.</a:t>
          </a:r>
        </a:p>
      </dsp:txBody>
      <dsp:txXfrm>
        <a:off x="87728" y="133338"/>
        <a:ext cx="8739944" cy="1621664"/>
      </dsp:txXfrm>
    </dsp:sp>
    <dsp:sp modelId="{95937380-FE57-44E1-A308-A9C299182DE6}">
      <dsp:nvSpPr>
        <dsp:cNvPr id="0" name=""/>
        <dsp:cNvSpPr/>
      </dsp:nvSpPr>
      <dsp:spPr>
        <a:xfrm>
          <a:off x="0" y="1934891"/>
          <a:ext cx="8915400" cy="179712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Example: </a:t>
          </a:r>
          <a:r>
            <a:rPr lang="en-US" sz="3200" kern="1200" dirty="0"/>
            <a:t>Buying goods for ₹10,000 and selling for ₹15,000 shows profit ₹5,000.</a:t>
          </a:r>
        </a:p>
      </dsp:txBody>
      <dsp:txXfrm>
        <a:off x="87728" y="2022619"/>
        <a:ext cx="8739944" cy="16216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E6010E-284A-4D21-B0E4-767795FE6A8B}">
      <dsp:nvSpPr>
        <dsp:cNvPr id="0" name=""/>
        <dsp:cNvSpPr/>
      </dsp:nvSpPr>
      <dsp:spPr>
        <a:xfrm>
          <a:off x="0" y="4842"/>
          <a:ext cx="8911687" cy="12712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Meaning of Accounting</a:t>
          </a:r>
        </a:p>
      </dsp:txBody>
      <dsp:txXfrm>
        <a:off x="62055" y="66897"/>
        <a:ext cx="8787577" cy="11470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794CB-10DF-44D6-BE77-BA7EC929BB19}">
      <dsp:nvSpPr>
        <dsp:cNvPr id="0" name=""/>
        <dsp:cNvSpPr/>
      </dsp:nvSpPr>
      <dsp:spPr>
        <a:xfrm>
          <a:off x="0" y="14778"/>
          <a:ext cx="8915400" cy="1191754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Accounting is the language of business.</a:t>
          </a:r>
        </a:p>
      </dsp:txBody>
      <dsp:txXfrm>
        <a:off x="58177" y="72955"/>
        <a:ext cx="8799046" cy="1075400"/>
      </dsp:txXfrm>
    </dsp:sp>
    <dsp:sp modelId="{8A0C2CB4-F2AF-4B44-BAF0-AFA9310E91DA}">
      <dsp:nvSpPr>
        <dsp:cNvPr id="0" name=""/>
        <dsp:cNvSpPr/>
      </dsp:nvSpPr>
      <dsp:spPr>
        <a:xfrm>
          <a:off x="0" y="1292933"/>
          <a:ext cx="8915400" cy="1191754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It shows income, expenses, profit or loss and financial position.</a:t>
          </a:r>
        </a:p>
      </dsp:txBody>
      <dsp:txXfrm>
        <a:off x="58177" y="1351110"/>
        <a:ext cx="8799046" cy="1075400"/>
      </dsp:txXfrm>
    </dsp:sp>
    <dsp:sp modelId="{4C0A7021-448F-4A9A-9418-6FC745E0546B}">
      <dsp:nvSpPr>
        <dsp:cNvPr id="0" name=""/>
        <dsp:cNvSpPr/>
      </dsp:nvSpPr>
      <dsp:spPr>
        <a:xfrm>
          <a:off x="0" y="2571088"/>
          <a:ext cx="8915400" cy="1191754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Example: Shop records sales, rent, electricity bills.</a:t>
          </a:r>
        </a:p>
      </dsp:txBody>
      <dsp:txXfrm>
        <a:off x="58177" y="2629265"/>
        <a:ext cx="8799046" cy="10754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7C568-B1A8-4A19-B4C6-E880986233E7}">
      <dsp:nvSpPr>
        <dsp:cNvPr id="0" name=""/>
        <dsp:cNvSpPr/>
      </dsp:nvSpPr>
      <dsp:spPr>
        <a:xfrm>
          <a:off x="0" y="16834"/>
          <a:ext cx="8911687" cy="12472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Objectives of Accounting</a:t>
          </a:r>
        </a:p>
      </dsp:txBody>
      <dsp:txXfrm>
        <a:off x="60884" y="77718"/>
        <a:ext cx="8789919" cy="11254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4ED9C0-705D-4527-BA01-9E953F709DE8}">
      <dsp:nvSpPr>
        <dsp:cNvPr id="0" name=""/>
        <dsp:cNvSpPr/>
      </dsp:nvSpPr>
      <dsp:spPr>
        <a:xfrm>
          <a:off x="0" y="461"/>
          <a:ext cx="8915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86E831-4E3D-44E7-9836-199CAE1C79F7}">
      <dsp:nvSpPr>
        <dsp:cNvPr id="0" name=""/>
        <dsp:cNvSpPr/>
      </dsp:nvSpPr>
      <dsp:spPr>
        <a:xfrm>
          <a:off x="0" y="461"/>
          <a:ext cx="8915400" cy="755339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Maintain systematic records</a:t>
          </a:r>
        </a:p>
      </dsp:txBody>
      <dsp:txXfrm>
        <a:off x="0" y="461"/>
        <a:ext cx="8915400" cy="755339"/>
      </dsp:txXfrm>
    </dsp:sp>
    <dsp:sp modelId="{A0942301-51E0-44F7-A3E9-E8DE8D8ABFE2}">
      <dsp:nvSpPr>
        <dsp:cNvPr id="0" name=""/>
        <dsp:cNvSpPr/>
      </dsp:nvSpPr>
      <dsp:spPr>
        <a:xfrm>
          <a:off x="0" y="755801"/>
          <a:ext cx="8915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B4BE57-8E5E-43F0-9019-139D416F6A23}">
      <dsp:nvSpPr>
        <dsp:cNvPr id="0" name=""/>
        <dsp:cNvSpPr/>
      </dsp:nvSpPr>
      <dsp:spPr>
        <a:xfrm>
          <a:off x="0" y="755801"/>
          <a:ext cx="8915400" cy="755339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Calculate profit or loss</a:t>
          </a:r>
        </a:p>
      </dsp:txBody>
      <dsp:txXfrm>
        <a:off x="0" y="755801"/>
        <a:ext cx="8915400" cy="755339"/>
      </dsp:txXfrm>
    </dsp:sp>
    <dsp:sp modelId="{A95956DF-22CF-4C9A-A928-E245DAD032AA}">
      <dsp:nvSpPr>
        <dsp:cNvPr id="0" name=""/>
        <dsp:cNvSpPr/>
      </dsp:nvSpPr>
      <dsp:spPr>
        <a:xfrm>
          <a:off x="0" y="1511141"/>
          <a:ext cx="8915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72C56B-B102-4BE5-B4FA-539892201826}">
      <dsp:nvSpPr>
        <dsp:cNvPr id="0" name=""/>
        <dsp:cNvSpPr/>
      </dsp:nvSpPr>
      <dsp:spPr>
        <a:xfrm>
          <a:off x="0" y="1511141"/>
          <a:ext cx="8915400" cy="755339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Know financial position</a:t>
          </a:r>
        </a:p>
      </dsp:txBody>
      <dsp:txXfrm>
        <a:off x="0" y="1511141"/>
        <a:ext cx="8915400" cy="755339"/>
      </dsp:txXfrm>
    </dsp:sp>
    <dsp:sp modelId="{37BC5DE1-CA8C-4331-92E2-E395E876B306}">
      <dsp:nvSpPr>
        <dsp:cNvPr id="0" name=""/>
        <dsp:cNvSpPr/>
      </dsp:nvSpPr>
      <dsp:spPr>
        <a:xfrm>
          <a:off x="0" y="2266480"/>
          <a:ext cx="8915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EFA1D2-F551-48F1-9F24-D4F0E53D166D}">
      <dsp:nvSpPr>
        <dsp:cNvPr id="0" name=""/>
        <dsp:cNvSpPr/>
      </dsp:nvSpPr>
      <dsp:spPr>
        <a:xfrm>
          <a:off x="0" y="2266480"/>
          <a:ext cx="8915400" cy="755339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Help management decisions</a:t>
          </a:r>
        </a:p>
      </dsp:txBody>
      <dsp:txXfrm>
        <a:off x="0" y="2266480"/>
        <a:ext cx="8915400" cy="755339"/>
      </dsp:txXfrm>
    </dsp:sp>
    <dsp:sp modelId="{BE4C2667-50AB-4C46-9D0A-58281C2301E1}">
      <dsp:nvSpPr>
        <dsp:cNvPr id="0" name=""/>
        <dsp:cNvSpPr/>
      </dsp:nvSpPr>
      <dsp:spPr>
        <a:xfrm>
          <a:off x="0" y="3021820"/>
          <a:ext cx="8915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2C1BD5-95F6-45A2-BD48-C866D6CBBFB5}">
      <dsp:nvSpPr>
        <dsp:cNvPr id="0" name=""/>
        <dsp:cNvSpPr/>
      </dsp:nvSpPr>
      <dsp:spPr>
        <a:xfrm>
          <a:off x="0" y="3021820"/>
          <a:ext cx="8915400" cy="755339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Prevent frauds</a:t>
          </a:r>
        </a:p>
      </dsp:txBody>
      <dsp:txXfrm>
        <a:off x="0" y="3021820"/>
        <a:ext cx="8915400" cy="7553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0C408-736E-4DD8-B4E1-B5CF19F3BC9A}">
      <dsp:nvSpPr>
        <dsp:cNvPr id="0" name=""/>
        <dsp:cNvSpPr/>
      </dsp:nvSpPr>
      <dsp:spPr>
        <a:xfrm>
          <a:off x="0" y="4842"/>
          <a:ext cx="8911687" cy="12712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Types of Accounting</a:t>
          </a:r>
        </a:p>
      </dsp:txBody>
      <dsp:txXfrm>
        <a:off x="62055" y="66897"/>
        <a:ext cx="8787577" cy="114709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195DC-91E0-4DB4-B68A-B6CF45A2136D}">
      <dsp:nvSpPr>
        <dsp:cNvPr id="0" name=""/>
        <dsp:cNvSpPr/>
      </dsp:nvSpPr>
      <dsp:spPr>
        <a:xfrm>
          <a:off x="4993" y="911847"/>
          <a:ext cx="2082851" cy="10414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Financial Accounting</a:t>
          </a:r>
          <a:endParaRPr lang="en-US" sz="23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993" y="911847"/>
        <a:ext cx="2082851" cy="1041425"/>
      </dsp:txXfrm>
    </dsp:sp>
    <dsp:sp modelId="{66A331AF-4200-4182-A829-46B38BC6D507}">
      <dsp:nvSpPr>
        <dsp:cNvPr id="0" name=""/>
        <dsp:cNvSpPr/>
      </dsp:nvSpPr>
      <dsp:spPr>
        <a:xfrm>
          <a:off x="2525243" y="911847"/>
          <a:ext cx="2082851" cy="10414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Cost Accounting</a:t>
          </a:r>
          <a:endParaRPr lang="en-US" sz="23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525243" y="911847"/>
        <a:ext cx="2082851" cy="1041425"/>
      </dsp:txXfrm>
    </dsp:sp>
    <dsp:sp modelId="{30D8D493-84F5-43D2-8BEE-9BE49DABDCED}">
      <dsp:nvSpPr>
        <dsp:cNvPr id="0" name=""/>
        <dsp:cNvSpPr/>
      </dsp:nvSpPr>
      <dsp:spPr>
        <a:xfrm>
          <a:off x="5045493" y="911847"/>
          <a:ext cx="2082851" cy="10414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Management Accounting</a:t>
          </a:r>
        </a:p>
      </dsp:txBody>
      <dsp:txXfrm>
        <a:off x="5045493" y="911847"/>
        <a:ext cx="2082851" cy="1041425"/>
      </dsp:txXfrm>
    </dsp:sp>
    <dsp:sp modelId="{FE27220C-FF3E-4112-A05F-CE16398D7112}">
      <dsp:nvSpPr>
        <dsp:cNvPr id="0" name=""/>
        <dsp:cNvSpPr/>
      </dsp:nvSpPr>
      <dsp:spPr>
        <a:xfrm>
          <a:off x="7565743" y="911847"/>
          <a:ext cx="2082851" cy="10414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Tax Accounting</a:t>
          </a:r>
        </a:p>
      </dsp:txBody>
      <dsp:txXfrm>
        <a:off x="7565743" y="911847"/>
        <a:ext cx="2082851" cy="104142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DFDDE1-D2FC-4A4D-A875-28D36155E88C}">
      <dsp:nvSpPr>
        <dsp:cNvPr id="0" name=""/>
        <dsp:cNvSpPr/>
      </dsp:nvSpPr>
      <dsp:spPr>
        <a:xfrm>
          <a:off x="0" y="4842"/>
          <a:ext cx="8911687" cy="12712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Financial Accounting</a:t>
          </a:r>
        </a:p>
      </dsp:txBody>
      <dsp:txXfrm>
        <a:off x="62055" y="66897"/>
        <a:ext cx="8787577" cy="114709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50C0B-A083-43B3-8664-378C9C005619}">
      <dsp:nvSpPr>
        <dsp:cNvPr id="0" name=""/>
        <dsp:cNvSpPr/>
      </dsp:nvSpPr>
      <dsp:spPr>
        <a:xfrm>
          <a:off x="0" y="0"/>
          <a:ext cx="8915400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154B31-2061-4F9C-A199-C752BD6E2F77}">
      <dsp:nvSpPr>
        <dsp:cNvPr id="0" name=""/>
        <dsp:cNvSpPr/>
      </dsp:nvSpPr>
      <dsp:spPr>
        <a:xfrm>
          <a:off x="0" y="0"/>
          <a:ext cx="8915400" cy="188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Records all transactions and prepares final accounts.</a:t>
          </a:r>
        </a:p>
      </dsp:txBody>
      <dsp:txXfrm>
        <a:off x="0" y="0"/>
        <a:ext cx="8915400" cy="1888810"/>
      </dsp:txXfrm>
    </dsp:sp>
    <dsp:sp modelId="{4BB46DAB-F0B6-4588-B6C1-59EE026C6E6C}">
      <dsp:nvSpPr>
        <dsp:cNvPr id="0" name=""/>
        <dsp:cNvSpPr/>
      </dsp:nvSpPr>
      <dsp:spPr>
        <a:xfrm>
          <a:off x="0" y="1888810"/>
          <a:ext cx="8915400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D4ECD3-9D1F-4E3C-91D5-498FBA76194A}">
      <dsp:nvSpPr>
        <dsp:cNvPr id="0" name=""/>
        <dsp:cNvSpPr/>
      </dsp:nvSpPr>
      <dsp:spPr>
        <a:xfrm>
          <a:off x="0" y="1888810"/>
          <a:ext cx="8915400" cy="188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Example: </a:t>
          </a:r>
          <a:r>
            <a:rPr lang="en-US" sz="4000" kern="1200" dirty="0"/>
            <a:t>Balance Sheet prepared for bank loan.</a:t>
          </a:r>
        </a:p>
      </dsp:txBody>
      <dsp:txXfrm>
        <a:off x="0" y="1888810"/>
        <a:ext cx="8915400" cy="18888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E99354-1A2F-40FE-B3DA-ED8B56890B42}">
      <dsp:nvSpPr>
        <dsp:cNvPr id="0" name=""/>
        <dsp:cNvSpPr/>
      </dsp:nvSpPr>
      <dsp:spPr>
        <a:xfrm>
          <a:off x="0" y="4842"/>
          <a:ext cx="8911687" cy="12712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Cost Accounting</a:t>
          </a:r>
        </a:p>
      </dsp:txBody>
      <dsp:txXfrm>
        <a:off x="62055" y="66897"/>
        <a:ext cx="8787577" cy="114709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E7B28C-259E-4F4F-B3C1-C065CB6F58B2}">
      <dsp:nvSpPr>
        <dsp:cNvPr id="0" name=""/>
        <dsp:cNvSpPr/>
      </dsp:nvSpPr>
      <dsp:spPr>
        <a:xfrm>
          <a:off x="0" y="350261"/>
          <a:ext cx="8915400" cy="14449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Helps calculate and control cost of production.</a:t>
          </a:r>
        </a:p>
      </dsp:txBody>
      <dsp:txXfrm>
        <a:off x="70537" y="420798"/>
        <a:ext cx="8774326" cy="1303875"/>
      </dsp:txXfrm>
    </dsp:sp>
    <dsp:sp modelId="{4A4FCCE7-5722-48B5-AA68-B5F01F3723C7}">
      <dsp:nvSpPr>
        <dsp:cNvPr id="0" name=""/>
        <dsp:cNvSpPr/>
      </dsp:nvSpPr>
      <dsp:spPr>
        <a:xfrm>
          <a:off x="0" y="1982411"/>
          <a:ext cx="8915400" cy="14449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Example: </a:t>
          </a:r>
          <a:r>
            <a:rPr lang="en-US" sz="3600" kern="1200" dirty="0"/>
            <a:t>Cost per shirt in garment factory.</a:t>
          </a:r>
        </a:p>
      </dsp:txBody>
      <dsp:txXfrm>
        <a:off x="70537" y="2052948"/>
        <a:ext cx="8774326" cy="1303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5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9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7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5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88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56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29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4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7907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52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6297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83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27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4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00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25BF8D-1662-1231-17C8-985DA01919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2350331"/>
              </p:ext>
            </p:extLst>
          </p:nvPr>
        </p:nvGraphicFramePr>
        <p:xfrm>
          <a:off x="2592925" y="624110"/>
          <a:ext cx="8911687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10BC7BD-C35E-3C5B-EC79-DE14DA840E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796675"/>
              </p:ext>
            </p:extLst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C1A096A-9E66-9D41-58C2-311D8F5297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1661994"/>
              </p:ext>
            </p:extLst>
          </p:nvPr>
        </p:nvGraphicFramePr>
        <p:xfrm>
          <a:off x="2592925" y="624110"/>
          <a:ext cx="8911687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E3B3031-8F0B-6413-6A7D-F793C96DE0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9757658"/>
              </p:ext>
            </p:extLst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5C60D7F-912C-00F6-7977-7C6EC64E54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4848525"/>
              </p:ext>
            </p:extLst>
          </p:nvPr>
        </p:nvGraphicFramePr>
        <p:xfrm>
          <a:off x="2592925" y="624110"/>
          <a:ext cx="8911687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7074FBD-6058-2AC9-80E0-CAE9DE189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1289330"/>
              </p:ext>
            </p:extLst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FC52ECE-58FA-61F5-6E2E-76265165CD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923852"/>
              </p:ext>
            </p:extLst>
          </p:nvPr>
        </p:nvGraphicFramePr>
        <p:xfrm>
          <a:off x="2592925" y="624110"/>
          <a:ext cx="8911687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BCD9CF0-D915-AF74-72AD-071A23943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3558527"/>
              </p:ext>
            </p:extLst>
          </p:nvPr>
        </p:nvGraphicFramePr>
        <p:xfrm>
          <a:off x="2192972" y="2275110"/>
          <a:ext cx="9653588" cy="2865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DE237B7-8D45-03E5-93A5-72838F3BE0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0774044"/>
              </p:ext>
            </p:extLst>
          </p:nvPr>
        </p:nvGraphicFramePr>
        <p:xfrm>
          <a:off x="2592925" y="624110"/>
          <a:ext cx="8911687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29362E-0BAE-AA05-606D-67E2F87E0E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051476"/>
              </p:ext>
            </p:extLst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78928F4-1FB6-8D6A-3948-301D6D7C3D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5098702"/>
              </p:ext>
            </p:extLst>
          </p:nvPr>
        </p:nvGraphicFramePr>
        <p:xfrm>
          <a:off x="2592925" y="624110"/>
          <a:ext cx="8911687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F6F0E35-EA0D-6AFE-4A28-345A91A59A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532168"/>
              </p:ext>
            </p:extLst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Management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management in planning and decision making.</a:t>
            </a:r>
          </a:p>
          <a:p>
            <a:endParaRPr/>
          </a:p>
          <a:p>
            <a:r>
              <a:t>Example: Decision to open new branch.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calculate tax liability.</a:t>
            </a:r>
          </a:p>
          <a:p>
            <a:endParaRPr/>
          </a:p>
          <a:p>
            <a:r>
              <a:t>Example: Filing Income Tax Return.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Entity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and owner are separate.</a:t>
            </a:r>
          </a:p>
          <a:p>
            <a:endParaRPr/>
          </a:p>
          <a:p>
            <a:r>
              <a:t>Example: Owner’s personal expenses not business expense.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Money Measurement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monetary transactions are recorded.</a:t>
            </a:r>
          </a:p>
          <a:p>
            <a:endParaRPr/>
          </a:p>
          <a:p>
            <a:r>
              <a:t>Example: Employee honesty not recorded.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Going Concern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will continue for long time.</a:t>
            </a:r>
          </a:p>
          <a:p>
            <a:endParaRPr/>
          </a:p>
          <a:p>
            <a:r>
              <a:t>Example: Machinery depreciated over years.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 Aspect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transaction has two effects.</a:t>
            </a:r>
          </a:p>
          <a:p>
            <a:endParaRPr/>
          </a:p>
          <a:p>
            <a:r>
              <a:t>Example: Capital introduced increases cash and capital.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Accrual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Income and expenses recorded when they occur.</a:t>
            </a:r>
          </a:p>
          <a:p>
            <a:endParaRPr/>
          </a:p>
          <a:p>
            <a:r>
              <a:t>Example: Salary payable recorded even if unpaid.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practices followed in accounting.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Conservatism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Anticipate losses, not profits.</a:t>
            </a:r>
          </a:p>
          <a:p>
            <a:endParaRPr/>
          </a:p>
          <a:p>
            <a:r>
              <a:t>Example: Stock valued at lower of cost or market price.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accounting method every year.</a:t>
            </a:r>
          </a:p>
          <a:p>
            <a:endParaRPr/>
          </a:p>
          <a:p>
            <a:r>
              <a:t>Example: Same depreciation method followed.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Disclosure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material information must be disclosed.</a:t>
            </a:r>
          </a:p>
          <a:p>
            <a:endParaRPr/>
          </a:p>
          <a:p>
            <a:r>
              <a:t>Example: Loans shown separately.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Accounting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Rules to ensure uniformity in accounting.</a:t>
            </a:r>
          </a:p>
          <a:p>
            <a:r>
              <a:t>Issued by ICAI in India.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Accounting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Uniformity</a:t>
            </a:r>
          </a:p>
          <a:p>
            <a:r>
              <a:t>• Reliability</a:t>
            </a:r>
          </a:p>
          <a:p>
            <a:r>
              <a:t>• Comparability</a:t>
            </a:r>
          </a:p>
          <a:p>
            <a:r>
              <a:t>• Transparency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215</TotalTime>
  <Words>348</Words>
  <Application>Microsoft Office PowerPoint</Application>
  <PresentationFormat>Widescreen</PresentationFormat>
  <Paragraphs>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Management Accounting</vt:lpstr>
      <vt:lpstr>Tax Accounting</vt:lpstr>
      <vt:lpstr>Business Entity Concept</vt:lpstr>
      <vt:lpstr>Money Measurement Concept</vt:lpstr>
      <vt:lpstr>Going Concern Concept</vt:lpstr>
      <vt:lpstr>Dual Aspect Concept</vt:lpstr>
      <vt:lpstr>Accrual Concept</vt:lpstr>
      <vt:lpstr>Accounting Conventions</vt:lpstr>
      <vt:lpstr>Conservatism Convention</vt:lpstr>
      <vt:lpstr>Consistency Convention</vt:lpstr>
      <vt:lpstr>Full Disclosure Convention</vt:lpstr>
      <vt:lpstr>Accounting Standards</vt:lpstr>
      <vt:lpstr>Objectives of Accounting Standards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Rangaswamy RSP</cp:lastModifiedBy>
  <cp:revision>3</cp:revision>
  <dcterms:created xsi:type="dcterms:W3CDTF">2013-01-27T09:14:16Z</dcterms:created>
  <dcterms:modified xsi:type="dcterms:W3CDTF">2025-12-24T18:43:13Z</dcterms:modified>
  <cp:category/>
</cp:coreProperties>
</file>