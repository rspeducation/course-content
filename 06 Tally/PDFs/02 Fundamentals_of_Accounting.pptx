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363158B-6F40-4190-A620-5866471B0C63}" type="doc">
      <dgm:prSet loTypeId="urn:microsoft.com/office/officeart/2005/8/layout/vList2" loCatId="list" qsTypeId="urn:microsoft.com/office/officeart/2005/8/quickstyle/3d2" qsCatId="3D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6509A2F-01D7-4A57-9CF1-13B2ECE7D2BB}">
      <dgm:prSet/>
      <dgm:spPr/>
      <dgm:t>
        <a:bodyPr/>
        <a:lstStyle/>
        <a:p>
          <a:r>
            <a:rPr lang="en-US" dirty="0"/>
            <a:t>Fundamentals of Accounting</a:t>
          </a:r>
        </a:p>
      </dgm:t>
    </dgm:pt>
    <dgm:pt modelId="{2BB545D0-C1F4-4206-9279-2FD173BAC0CA}" type="parTrans" cxnId="{502911ED-1B3B-44F5-AEC9-FE61DE84D8AF}">
      <dgm:prSet/>
      <dgm:spPr/>
      <dgm:t>
        <a:bodyPr/>
        <a:lstStyle/>
        <a:p>
          <a:endParaRPr lang="en-US"/>
        </a:p>
      </dgm:t>
    </dgm:pt>
    <dgm:pt modelId="{C93896A7-0497-4041-9D82-499EE226DCC0}" type="sibTrans" cxnId="{502911ED-1B3B-44F5-AEC9-FE61DE84D8AF}">
      <dgm:prSet/>
      <dgm:spPr/>
      <dgm:t>
        <a:bodyPr/>
        <a:lstStyle/>
        <a:p>
          <a:endParaRPr lang="en-US"/>
        </a:p>
      </dgm:t>
    </dgm:pt>
    <dgm:pt modelId="{2A6B34CE-A5C9-426B-BC28-B1029CC44FFE}" type="pres">
      <dgm:prSet presAssocID="{A363158B-6F40-4190-A620-5866471B0C63}" presName="linear" presStyleCnt="0">
        <dgm:presLayoutVars>
          <dgm:animLvl val="lvl"/>
          <dgm:resizeHandles val="exact"/>
        </dgm:presLayoutVars>
      </dgm:prSet>
      <dgm:spPr/>
    </dgm:pt>
    <dgm:pt modelId="{7BBCA0A2-42D0-43B1-88B9-3D9315EE7B80}" type="pres">
      <dgm:prSet presAssocID="{86509A2F-01D7-4A57-9CF1-13B2ECE7D2BB}" presName="parentText" presStyleLbl="node1" presStyleIdx="0" presStyleCnt="1" custLinFactNeighborX="0">
        <dgm:presLayoutVars>
          <dgm:chMax val="0"/>
          <dgm:bulletEnabled val="1"/>
        </dgm:presLayoutVars>
      </dgm:prSet>
      <dgm:spPr/>
    </dgm:pt>
  </dgm:ptLst>
  <dgm:cxnLst>
    <dgm:cxn modelId="{49478BBB-FA10-4A4C-BD58-C6845BB4B3C3}" type="presOf" srcId="{86509A2F-01D7-4A57-9CF1-13B2ECE7D2BB}" destId="{7BBCA0A2-42D0-43B1-88B9-3D9315EE7B80}" srcOrd="0" destOrd="0" presId="urn:microsoft.com/office/officeart/2005/8/layout/vList2"/>
    <dgm:cxn modelId="{225E3CDD-AB82-4AFF-B9F7-2A6980C29867}" type="presOf" srcId="{A363158B-6F40-4190-A620-5866471B0C63}" destId="{2A6B34CE-A5C9-426B-BC28-B1029CC44FFE}" srcOrd="0" destOrd="0" presId="urn:microsoft.com/office/officeart/2005/8/layout/vList2"/>
    <dgm:cxn modelId="{502911ED-1B3B-44F5-AEC9-FE61DE84D8AF}" srcId="{A363158B-6F40-4190-A620-5866471B0C63}" destId="{86509A2F-01D7-4A57-9CF1-13B2ECE7D2BB}" srcOrd="0" destOrd="0" parTransId="{2BB545D0-C1F4-4206-9279-2FD173BAC0CA}" sibTransId="{C93896A7-0497-4041-9D82-499EE226DCC0}"/>
    <dgm:cxn modelId="{0CCE15CF-CF94-44C7-A191-D358C1B9DD89}" type="presParOf" srcId="{2A6B34CE-A5C9-426B-BC28-B1029CC44FFE}" destId="{7BBCA0A2-42D0-43B1-88B9-3D9315EE7B80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CD30509-A8DC-4BE7-9178-5716C500D0F3}" type="doc">
      <dgm:prSet loTypeId="urn:microsoft.com/office/officeart/2008/layout/LinedList" loCatId="list" qsTypeId="urn:microsoft.com/office/officeart/2005/8/quickstyle/3d3" qsCatId="3D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8FE5368-0CBC-4145-AB3D-0EE819B281E5}">
      <dgm:prSet/>
      <dgm:spPr/>
      <dgm:t>
        <a:bodyPr/>
        <a:lstStyle/>
        <a:p>
          <a:r>
            <a:rPr lang="en-US" dirty="0"/>
            <a:t>Types of Accounts | Golden Rules | Journal | Ledger | Trial Balance</a:t>
          </a:r>
        </a:p>
      </dgm:t>
    </dgm:pt>
    <dgm:pt modelId="{4303C81F-244D-4E6B-B658-9A6FA06AA7A1}" type="parTrans" cxnId="{20E06B9E-BF9C-45C6-A3C7-6B6809F50607}">
      <dgm:prSet/>
      <dgm:spPr/>
      <dgm:t>
        <a:bodyPr/>
        <a:lstStyle/>
        <a:p>
          <a:endParaRPr lang="en-US"/>
        </a:p>
      </dgm:t>
    </dgm:pt>
    <dgm:pt modelId="{D1689817-75FF-4999-8932-B2E32C19A12D}" type="sibTrans" cxnId="{20E06B9E-BF9C-45C6-A3C7-6B6809F50607}">
      <dgm:prSet/>
      <dgm:spPr/>
      <dgm:t>
        <a:bodyPr/>
        <a:lstStyle/>
        <a:p>
          <a:endParaRPr lang="en-US"/>
        </a:p>
      </dgm:t>
    </dgm:pt>
    <dgm:pt modelId="{99387F9C-746B-4D72-B5F9-86A7F07DD1C6}">
      <dgm:prSet/>
      <dgm:spPr/>
      <dgm:t>
        <a:bodyPr/>
        <a:lstStyle/>
        <a:p>
          <a:r>
            <a:rPr lang="en-US"/>
            <a:t>Prepared by: RSP Education</a:t>
          </a:r>
        </a:p>
      </dgm:t>
    </dgm:pt>
    <dgm:pt modelId="{26C9274C-5149-47E4-8017-304B79072307}" type="parTrans" cxnId="{73992AF5-85F8-4B40-A96E-EDA25C7E333D}">
      <dgm:prSet/>
      <dgm:spPr/>
      <dgm:t>
        <a:bodyPr/>
        <a:lstStyle/>
        <a:p>
          <a:endParaRPr lang="en-US"/>
        </a:p>
      </dgm:t>
    </dgm:pt>
    <dgm:pt modelId="{B25521A4-BE06-49A9-B3FF-DA8C9A0433E1}" type="sibTrans" cxnId="{73992AF5-85F8-4B40-A96E-EDA25C7E333D}">
      <dgm:prSet/>
      <dgm:spPr/>
      <dgm:t>
        <a:bodyPr/>
        <a:lstStyle/>
        <a:p>
          <a:endParaRPr lang="en-US"/>
        </a:p>
      </dgm:t>
    </dgm:pt>
    <dgm:pt modelId="{D001B64C-3DC6-468C-ACF7-551A9858C2A1}" type="pres">
      <dgm:prSet presAssocID="{ECD30509-A8DC-4BE7-9178-5716C500D0F3}" presName="vert0" presStyleCnt="0">
        <dgm:presLayoutVars>
          <dgm:dir/>
          <dgm:animOne val="branch"/>
          <dgm:animLvl val="lvl"/>
        </dgm:presLayoutVars>
      </dgm:prSet>
      <dgm:spPr/>
    </dgm:pt>
    <dgm:pt modelId="{94083EA0-EEE8-463A-B581-DE6D68788E21}" type="pres">
      <dgm:prSet presAssocID="{78FE5368-0CBC-4145-AB3D-0EE819B281E5}" presName="thickLine" presStyleLbl="alignNode1" presStyleIdx="0" presStyleCnt="2"/>
      <dgm:spPr/>
    </dgm:pt>
    <dgm:pt modelId="{DB5D2ADE-778A-4021-993F-0C88656DB5FD}" type="pres">
      <dgm:prSet presAssocID="{78FE5368-0CBC-4145-AB3D-0EE819B281E5}" presName="horz1" presStyleCnt="0"/>
      <dgm:spPr/>
    </dgm:pt>
    <dgm:pt modelId="{B930A4D3-1589-450C-A3C3-9EA13A1A3F3D}" type="pres">
      <dgm:prSet presAssocID="{78FE5368-0CBC-4145-AB3D-0EE819B281E5}" presName="tx1" presStyleLbl="revTx" presStyleIdx="0" presStyleCnt="2"/>
      <dgm:spPr/>
    </dgm:pt>
    <dgm:pt modelId="{512B4E4C-7314-4497-B10C-071596DBDBEC}" type="pres">
      <dgm:prSet presAssocID="{78FE5368-0CBC-4145-AB3D-0EE819B281E5}" presName="vert1" presStyleCnt="0"/>
      <dgm:spPr/>
    </dgm:pt>
    <dgm:pt modelId="{E83C2F5F-0C87-429C-AA91-F9940FFC5E55}" type="pres">
      <dgm:prSet presAssocID="{99387F9C-746B-4D72-B5F9-86A7F07DD1C6}" presName="thickLine" presStyleLbl="alignNode1" presStyleIdx="1" presStyleCnt="2"/>
      <dgm:spPr/>
    </dgm:pt>
    <dgm:pt modelId="{51DBD8FD-3B22-45DB-A5B4-B97E3737AC04}" type="pres">
      <dgm:prSet presAssocID="{99387F9C-746B-4D72-B5F9-86A7F07DD1C6}" presName="horz1" presStyleCnt="0"/>
      <dgm:spPr/>
    </dgm:pt>
    <dgm:pt modelId="{024816C6-7ADB-480D-A05E-45A2B1F94512}" type="pres">
      <dgm:prSet presAssocID="{99387F9C-746B-4D72-B5F9-86A7F07DD1C6}" presName="tx1" presStyleLbl="revTx" presStyleIdx="1" presStyleCnt="2"/>
      <dgm:spPr/>
    </dgm:pt>
    <dgm:pt modelId="{0F39150E-0838-4A5B-8DE8-328603FABBB0}" type="pres">
      <dgm:prSet presAssocID="{99387F9C-746B-4D72-B5F9-86A7F07DD1C6}" presName="vert1" presStyleCnt="0"/>
      <dgm:spPr/>
    </dgm:pt>
  </dgm:ptLst>
  <dgm:cxnLst>
    <dgm:cxn modelId="{AF2EEF3D-767D-422B-8E3A-D2F73B12434C}" type="presOf" srcId="{99387F9C-746B-4D72-B5F9-86A7F07DD1C6}" destId="{024816C6-7ADB-480D-A05E-45A2B1F94512}" srcOrd="0" destOrd="0" presId="urn:microsoft.com/office/officeart/2008/layout/LinedList"/>
    <dgm:cxn modelId="{C6907C95-B9AA-4C5D-BC71-7F5C63248119}" type="presOf" srcId="{ECD30509-A8DC-4BE7-9178-5716C500D0F3}" destId="{D001B64C-3DC6-468C-ACF7-551A9858C2A1}" srcOrd="0" destOrd="0" presId="urn:microsoft.com/office/officeart/2008/layout/LinedList"/>
    <dgm:cxn modelId="{F7B0179E-F1FD-45F1-9C13-C74691DB022D}" type="presOf" srcId="{78FE5368-0CBC-4145-AB3D-0EE819B281E5}" destId="{B930A4D3-1589-450C-A3C3-9EA13A1A3F3D}" srcOrd="0" destOrd="0" presId="urn:microsoft.com/office/officeart/2008/layout/LinedList"/>
    <dgm:cxn modelId="{20E06B9E-BF9C-45C6-A3C7-6B6809F50607}" srcId="{ECD30509-A8DC-4BE7-9178-5716C500D0F3}" destId="{78FE5368-0CBC-4145-AB3D-0EE819B281E5}" srcOrd="0" destOrd="0" parTransId="{4303C81F-244D-4E6B-B658-9A6FA06AA7A1}" sibTransId="{D1689817-75FF-4999-8932-B2E32C19A12D}"/>
    <dgm:cxn modelId="{73992AF5-85F8-4B40-A96E-EDA25C7E333D}" srcId="{ECD30509-A8DC-4BE7-9178-5716C500D0F3}" destId="{99387F9C-746B-4D72-B5F9-86A7F07DD1C6}" srcOrd="1" destOrd="0" parTransId="{26C9274C-5149-47E4-8017-304B79072307}" sibTransId="{B25521A4-BE06-49A9-B3FF-DA8C9A0433E1}"/>
    <dgm:cxn modelId="{2D30FA28-CDFD-40B5-A6E1-3A9236520DE0}" type="presParOf" srcId="{D001B64C-3DC6-468C-ACF7-551A9858C2A1}" destId="{94083EA0-EEE8-463A-B581-DE6D68788E21}" srcOrd="0" destOrd="0" presId="urn:microsoft.com/office/officeart/2008/layout/LinedList"/>
    <dgm:cxn modelId="{20FF323F-F70B-4713-8DCF-8225CE81BC3A}" type="presParOf" srcId="{D001B64C-3DC6-468C-ACF7-551A9858C2A1}" destId="{DB5D2ADE-778A-4021-993F-0C88656DB5FD}" srcOrd="1" destOrd="0" presId="urn:microsoft.com/office/officeart/2008/layout/LinedList"/>
    <dgm:cxn modelId="{E5C22EA8-7FB6-4A76-80E9-3B4F9C153767}" type="presParOf" srcId="{DB5D2ADE-778A-4021-993F-0C88656DB5FD}" destId="{B930A4D3-1589-450C-A3C3-9EA13A1A3F3D}" srcOrd="0" destOrd="0" presId="urn:microsoft.com/office/officeart/2008/layout/LinedList"/>
    <dgm:cxn modelId="{A0F85FCA-5F3F-455D-8366-2B76FD2C4A9D}" type="presParOf" srcId="{DB5D2ADE-778A-4021-993F-0C88656DB5FD}" destId="{512B4E4C-7314-4497-B10C-071596DBDBEC}" srcOrd="1" destOrd="0" presId="urn:microsoft.com/office/officeart/2008/layout/LinedList"/>
    <dgm:cxn modelId="{7912AF74-80DD-40FF-BB6A-15516E35D28C}" type="presParOf" srcId="{D001B64C-3DC6-468C-ACF7-551A9858C2A1}" destId="{E83C2F5F-0C87-429C-AA91-F9940FFC5E55}" srcOrd="2" destOrd="0" presId="urn:microsoft.com/office/officeart/2008/layout/LinedList"/>
    <dgm:cxn modelId="{16C49886-9027-444D-BC4C-637F686F9077}" type="presParOf" srcId="{D001B64C-3DC6-468C-ACF7-551A9858C2A1}" destId="{51DBD8FD-3B22-45DB-A5B4-B97E3737AC04}" srcOrd="3" destOrd="0" presId="urn:microsoft.com/office/officeart/2008/layout/LinedList"/>
    <dgm:cxn modelId="{4382D403-EB8E-4CB1-AB88-BB1848526B56}" type="presParOf" srcId="{51DBD8FD-3B22-45DB-A5B4-B97E3737AC04}" destId="{024816C6-7ADB-480D-A05E-45A2B1F94512}" srcOrd="0" destOrd="0" presId="urn:microsoft.com/office/officeart/2008/layout/LinedList"/>
    <dgm:cxn modelId="{FC998AE6-CD0F-44AC-A1B1-883744634169}" type="presParOf" srcId="{51DBD8FD-3B22-45DB-A5B4-B97E3737AC04}" destId="{0F39150E-0838-4A5B-8DE8-328603FABBB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5428BDD-C2A6-4B0E-B152-A82B68B5E7BB}" type="doc">
      <dgm:prSet loTypeId="urn:microsoft.com/office/officeart/2005/8/layout/vList2" loCatId="list" qsTypeId="urn:microsoft.com/office/officeart/2005/8/quickstyle/3d3" qsCatId="3D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B672F14-49FA-4162-BF4F-7AAB7E157D0E}">
      <dgm:prSet/>
      <dgm:spPr/>
      <dgm:t>
        <a:bodyPr/>
        <a:lstStyle/>
        <a:p>
          <a:pPr algn="ctr"/>
          <a:r>
            <a:rPr lang="en-US"/>
            <a:t>Course Objectives</a:t>
          </a:r>
        </a:p>
      </dgm:t>
    </dgm:pt>
    <dgm:pt modelId="{5DBA5114-350A-496D-ACB4-D0DA01B9A2DB}" type="parTrans" cxnId="{C669A324-2767-47A2-930B-7A0FBF88CE83}">
      <dgm:prSet/>
      <dgm:spPr/>
      <dgm:t>
        <a:bodyPr/>
        <a:lstStyle/>
        <a:p>
          <a:endParaRPr lang="en-US"/>
        </a:p>
      </dgm:t>
    </dgm:pt>
    <dgm:pt modelId="{3721B2E1-B427-4E2A-93CA-A33B4E36A4E4}" type="sibTrans" cxnId="{C669A324-2767-47A2-930B-7A0FBF88CE83}">
      <dgm:prSet/>
      <dgm:spPr/>
      <dgm:t>
        <a:bodyPr/>
        <a:lstStyle/>
        <a:p>
          <a:endParaRPr lang="en-US"/>
        </a:p>
      </dgm:t>
    </dgm:pt>
    <dgm:pt modelId="{58788D16-22F8-4B74-8BAF-8D50C95FB4D4}" type="pres">
      <dgm:prSet presAssocID="{95428BDD-C2A6-4B0E-B152-A82B68B5E7BB}" presName="linear" presStyleCnt="0">
        <dgm:presLayoutVars>
          <dgm:animLvl val="lvl"/>
          <dgm:resizeHandles val="exact"/>
        </dgm:presLayoutVars>
      </dgm:prSet>
      <dgm:spPr/>
    </dgm:pt>
    <dgm:pt modelId="{342A4109-0787-48B4-8CEB-F62627817BAA}" type="pres">
      <dgm:prSet presAssocID="{BB672F14-49FA-4162-BF4F-7AAB7E157D0E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C669A324-2767-47A2-930B-7A0FBF88CE83}" srcId="{95428BDD-C2A6-4B0E-B152-A82B68B5E7BB}" destId="{BB672F14-49FA-4162-BF4F-7AAB7E157D0E}" srcOrd="0" destOrd="0" parTransId="{5DBA5114-350A-496D-ACB4-D0DA01B9A2DB}" sibTransId="{3721B2E1-B427-4E2A-93CA-A33B4E36A4E4}"/>
    <dgm:cxn modelId="{58C3EB2F-09C3-41AA-A471-6218BD354AB1}" type="presOf" srcId="{BB672F14-49FA-4162-BF4F-7AAB7E157D0E}" destId="{342A4109-0787-48B4-8CEB-F62627817BAA}" srcOrd="0" destOrd="0" presId="urn:microsoft.com/office/officeart/2005/8/layout/vList2"/>
    <dgm:cxn modelId="{3CBA8FA6-2FD2-4216-9F74-03F52EE3EC07}" type="presOf" srcId="{95428BDD-C2A6-4B0E-B152-A82B68B5E7BB}" destId="{58788D16-22F8-4B74-8BAF-8D50C95FB4D4}" srcOrd="0" destOrd="0" presId="urn:microsoft.com/office/officeart/2005/8/layout/vList2"/>
    <dgm:cxn modelId="{3C8E4691-9526-4FBA-811A-CACB30E0755B}" type="presParOf" srcId="{58788D16-22F8-4B74-8BAF-8D50C95FB4D4}" destId="{342A4109-0787-48B4-8CEB-F62627817BAA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588DFF1-7366-434D-A033-22A127A723D5}" type="doc">
      <dgm:prSet loTypeId="urn:microsoft.com/office/officeart/2005/8/layout/vList2" loCatId="list" qsTypeId="urn:microsoft.com/office/officeart/2005/8/quickstyle/3d3" qsCatId="3D" csTypeId="urn:microsoft.com/office/officeart/2005/8/colors/accent1_1" csCatId="accent1"/>
      <dgm:spPr/>
      <dgm:t>
        <a:bodyPr/>
        <a:lstStyle/>
        <a:p>
          <a:endParaRPr lang="en-US"/>
        </a:p>
      </dgm:t>
    </dgm:pt>
    <dgm:pt modelId="{196670CC-C426-4823-8D39-2064A4D3ABF7}">
      <dgm:prSet/>
      <dgm:spPr/>
      <dgm:t>
        <a:bodyPr/>
        <a:lstStyle/>
        <a:p>
          <a:r>
            <a:rPr lang="en-US"/>
            <a:t>• Basics of Accounting</a:t>
          </a:r>
        </a:p>
      </dgm:t>
    </dgm:pt>
    <dgm:pt modelId="{46E7BAA8-071E-402A-9547-81B06490F22F}" type="parTrans" cxnId="{A9211873-883F-43FA-A64D-BC7E5104F36A}">
      <dgm:prSet/>
      <dgm:spPr/>
      <dgm:t>
        <a:bodyPr/>
        <a:lstStyle/>
        <a:p>
          <a:endParaRPr lang="en-US"/>
        </a:p>
      </dgm:t>
    </dgm:pt>
    <dgm:pt modelId="{B6D37D3A-7BC3-4EC4-972C-249C29613AE5}" type="sibTrans" cxnId="{A9211873-883F-43FA-A64D-BC7E5104F36A}">
      <dgm:prSet/>
      <dgm:spPr/>
      <dgm:t>
        <a:bodyPr/>
        <a:lstStyle/>
        <a:p>
          <a:endParaRPr lang="en-US"/>
        </a:p>
      </dgm:t>
    </dgm:pt>
    <dgm:pt modelId="{176A76AB-7DC0-4A85-900B-D9F26239246A}">
      <dgm:prSet/>
      <dgm:spPr/>
      <dgm:t>
        <a:bodyPr/>
        <a:lstStyle/>
        <a:p>
          <a:r>
            <a:rPr lang="en-US"/>
            <a:t>• Types of Accounts</a:t>
          </a:r>
        </a:p>
      </dgm:t>
    </dgm:pt>
    <dgm:pt modelId="{FC3966B1-2B8A-4BFC-B814-AA3D19E2DE86}" type="parTrans" cxnId="{A2144141-B526-4567-A48A-E254769D1095}">
      <dgm:prSet/>
      <dgm:spPr/>
      <dgm:t>
        <a:bodyPr/>
        <a:lstStyle/>
        <a:p>
          <a:endParaRPr lang="en-US"/>
        </a:p>
      </dgm:t>
    </dgm:pt>
    <dgm:pt modelId="{C5B4C62F-BAF5-410E-82E5-61B10009E67D}" type="sibTrans" cxnId="{A2144141-B526-4567-A48A-E254769D1095}">
      <dgm:prSet/>
      <dgm:spPr/>
      <dgm:t>
        <a:bodyPr/>
        <a:lstStyle/>
        <a:p>
          <a:endParaRPr lang="en-US"/>
        </a:p>
      </dgm:t>
    </dgm:pt>
    <dgm:pt modelId="{C5751035-3AB6-4AE4-A4B4-DE1F3ECF3459}">
      <dgm:prSet/>
      <dgm:spPr/>
      <dgm:t>
        <a:bodyPr/>
        <a:lstStyle/>
        <a:p>
          <a:r>
            <a:rPr lang="en-US"/>
            <a:t>• Debit &amp; Credit Rules</a:t>
          </a:r>
        </a:p>
      </dgm:t>
    </dgm:pt>
    <dgm:pt modelId="{37C934A3-6E9B-46D2-930F-841F9803044B}" type="parTrans" cxnId="{7BC63B08-7AE7-45F7-92BB-9042B7C137AF}">
      <dgm:prSet/>
      <dgm:spPr/>
      <dgm:t>
        <a:bodyPr/>
        <a:lstStyle/>
        <a:p>
          <a:endParaRPr lang="en-US"/>
        </a:p>
      </dgm:t>
    </dgm:pt>
    <dgm:pt modelId="{A6463BAE-29BE-4C57-AA76-7055D4858A2A}" type="sibTrans" cxnId="{7BC63B08-7AE7-45F7-92BB-9042B7C137AF}">
      <dgm:prSet/>
      <dgm:spPr/>
      <dgm:t>
        <a:bodyPr/>
        <a:lstStyle/>
        <a:p>
          <a:endParaRPr lang="en-US"/>
        </a:p>
      </dgm:t>
    </dgm:pt>
    <dgm:pt modelId="{045B5D27-D6A5-48BA-8D75-C108D4D5EECD}">
      <dgm:prSet/>
      <dgm:spPr/>
      <dgm:t>
        <a:bodyPr/>
        <a:lstStyle/>
        <a:p>
          <a:r>
            <a:rPr lang="en-US"/>
            <a:t>• Journal, Ledger &amp; Trial Balance</a:t>
          </a:r>
        </a:p>
      </dgm:t>
    </dgm:pt>
    <dgm:pt modelId="{8871EEA0-4C87-464A-8BA0-99F657D9C6A5}" type="parTrans" cxnId="{7BA1F71E-2297-4B1C-BCC7-FC9C29DCF02E}">
      <dgm:prSet/>
      <dgm:spPr/>
      <dgm:t>
        <a:bodyPr/>
        <a:lstStyle/>
        <a:p>
          <a:endParaRPr lang="en-US"/>
        </a:p>
      </dgm:t>
    </dgm:pt>
    <dgm:pt modelId="{2DDE28FE-C21A-4104-A7FF-6A4990FA777F}" type="sibTrans" cxnId="{7BA1F71E-2297-4B1C-BCC7-FC9C29DCF02E}">
      <dgm:prSet/>
      <dgm:spPr/>
      <dgm:t>
        <a:bodyPr/>
        <a:lstStyle/>
        <a:p>
          <a:endParaRPr lang="en-US"/>
        </a:p>
      </dgm:t>
    </dgm:pt>
    <dgm:pt modelId="{0F2D5E26-FDAF-48EB-A2CC-302B0804CD78}" type="pres">
      <dgm:prSet presAssocID="{C588DFF1-7366-434D-A033-22A127A723D5}" presName="linear" presStyleCnt="0">
        <dgm:presLayoutVars>
          <dgm:animLvl val="lvl"/>
          <dgm:resizeHandles val="exact"/>
        </dgm:presLayoutVars>
      </dgm:prSet>
      <dgm:spPr/>
    </dgm:pt>
    <dgm:pt modelId="{0D584271-2685-43A6-997A-3D8B4B9EC0E9}" type="pres">
      <dgm:prSet presAssocID="{196670CC-C426-4823-8D39-2064A4D3ABF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796AB1E-0DDF-4B5F-A952-D8C2B0BF2185}" type="pres">
      <dgm:prSet presAssocID="{B6D37D3A-7BC3-4EC4-972C-249C29613AE5}" presName="spacer" presStyleCnt="0"/>
      <dgm:spPr/>
    </dgm:pt>
    <dgm:pt modelId="{E42CEB23-A849-42AA-820A-610C8A1D137F}" type="pres">
      <dgm:prSet presAssocID="{176A76AB-7DC0-4A85-900B-D9F26239246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D8DE3D4-454D-4D75-ABEC-63CE70BE95F3}" type="pres">
      <dgm:prSet presAssocID="{C5B4C62F-BAF5-410E-82E5-61B10009E67D}" presName="spacer" presStyleCnt="0"/>
      <dgm:spPr/>
    </dgm:pt>
    <dgm:pt modelId="{B5F3BA38-379D-434E-9E89-4EA5461ADF24}" type="pres">
      <dgm:prSet presAssocID="{C5751035-3AB6-4AE4-A4B4-DE1F3ECF345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D5CF580-E841-4B1D-89B7-29584D5E2B0D}" type="pres">
      <dgm:prSet presAssocID="{A6463BAE-29BE-4C57-AA76-7055D4858A2A}" presName="spacer" presStyleCnt="0"/>
      <dgm:spPr/>
    </dgm:pt>
    <dgm:pt modelId="{A068ACEE-4E4C-4234-A66E-5711808CF2B1}" type="pres">
      <dgm:prSet presAssocID="{045B5D27-D6A5-48BA-8D75-C108D4D5EEC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BC63B08-7AE7-45F7-92BB-9042B7C137AF}" srcId="{C588DFF1-7366-434D-A033-22A127A723D5}" destId="{C5751035-3AB6-4AE4-A4B4-DE1F3ECF3459}" srcOrd="2" destOrd="0" parTransId="{37C934A3-6E9B-46D2-930F-841F9803044B}" sibTransId="{A6463BAE-29BE-4C57-AA76-7055D4858A2A}"/>
    <dgm:cxn modelId="{D839800C-0E73-48BA-A674-D2B458157626}" type="presOf" srcId="{C5751035-3AB6-4AE4-A4B4-DE1F3ECF3459}" destId="{B5F3BA38-379D-434E-9E89-4EA5461ADF24}" srcOrd="0" destOrd="0" presId="urn:microsoft.com/office/officeart/2005/8/layout/vList2"/>
    <dgm:cxn modelId="{7BA1F71E-2297-4B1C-BCC7-FC9C29DCF02E}" srcId="{C588DFF1-7366-434D-A033-22A127A723D5}" destId="{045B5D27-D6A5-48BA-8D75-C108D4D5EECD}" srcOrd="3" destOrd="0" parTransId="{8871EEA0-4C87-464A-8BA0-99F657D9C6A5}" sibTransId="{2DDE28FE-C21A-4104-A7FF-6A4990FA777F}"/>
    <dgm:cxn modelId="{A2144141-B526-4567-A48A-E254769D1095}" srcId="{C588DFF1-7366-434D-A033-22A127A723D5}" destId="{176A76AB-7DC0-4A85-900B-D9F26239246A}" srcOrd="1" destOrd="0" parTransId="{FC3966B1-2B8A-4BFC-B814-AA3D19E2DE86}" sibTransId="{C5B4C62F-BAF5-410E-82E5-61B10009E67D}"/>
    <dgm:cxn modelId="{A9211873-883F-43FA-A64D-BC7E5104F36A}" srcId="{C588DFF1-7366-434D-A033-22A127A723D5}" destId="{196670CC-C426-4823-8D39-2064A4D3ABF7}" srcOrd="0" destOrd="0" parTransId="{46E7BAA8-071E-402A-9547-81B06490F22F}" sibTransId="{B6D37D3A-7BC3-4EC4-972C-249C29613AE5}"/>
    <dgm:cxn modelId="{2D660879-E91B-427A-AADD-040E3E0DAD6D}" type="presOf" srcId="{196670CC-C426-4823-8D39-2064A4D3ABF7}" destId="{0D584271-2685-43A6-997A-3D8B4B9EC0E9}" srcOrd="0" destOrd="0" presId="urn:microsoft.com/office/officeart/2005/8/layout/vList2"/>
    <dgm:cxn modelId="{13337083-00F3-4659-B907-B7CDDC0C87CB}" type="presOf" srcId="{045B5D27-D6A5-48BA-8D75-C108D4D5EECD}" destId="{A068ACEE-4E4C-4234-A66E-5711808CF2B1}" srcOrd="0" destOrd="0" presId="urn:microsoft.com/office/officeart/2005/8/layout/vList2"/>
    <dgm:cxn modelId="{AF9191AC-E7AA-4C94-BDF7-9A09DD648E19}" type="presOf" srcId="{C588DFF1-7366-434D-A033-22A127A723D5}" destId="{0F2D5E26-FDAF-48EB-A2CC-302B0804CD78}" srcOrd="0" destOrd="0" presId="urn:microsoft.com/office/officeart/2005/8/layout/vList2"/>
    <dgm:cxn modelId="{73A27EBC-3C58-4D89-B21F-0C8E43DF00F0}" type="presOf" srcId="{176A76AB-7DC0-4A85-900B-D9F26239246A}" destId="{E42CEB23-A849-42AA-820A-610C8A1D137F}" srcOrd="0" destOrd="0" presId="urn:microsoft.com/office/officeart/2005/8/layout/vList2"/>
    <dgm:cxn modelId="{98B239C8-A0F6-4011-8901-1D514CEDD8C7}" type="presParOf" srcId="{0F2D5E26-FDAF-48EB-A2CC-302B0804CD78}" destId="{0D584271-2685-43A6-997A-3D8B4B9EC0E9}" srcOrd="0" destOrd="0" presId="urn:microsoft.com/office/officeart/2005/8/layout/vList2"/>
    <dgm:cxn modelId="{62A79B8B-841A-4288-A9D3-A2B48D968A3A}" type="presParOf" srcId="{0F2D5E26-FDAF-48EB-A2CC-302B0804CD78}" destId="{1796AB1E-0DDF-4B5F-A952-D8C2B0BF2185}" srcOrd="1" destOrd="0" presId="urn:microsoft.com/office/officeart/2005/8/layout/vList2"/>
    <dgm:cxn modelId="{B1199726-FDC2-4862-B15D-6D6708979A49}" type="presParOf" srcId="{0F2D5E26-FDAF-48EB-A2CC-302B0804CD78}" destId="{E42CEB23-A849-42AA-820A-610C8A1D137F}" srcOrd="2" destOrd="0" presId="urn:microsoft.com/office/officeart/2005/8/layout/vList2"/>
    <dgm:cxn modelId="{A10D7A1A-8CE7-49FE-952B-53FA80E07896}" type="presParOf" srcId="{0F2D5E26-FDAF-48EB-A2CC-302B0804CD78}" destId="{BD8DE3D4-454D-4D75-ABEC-63CE70BE95F3}" srcOrd="3" destOrd="0" presId="urn:microsoft.com/office/officeart/2005/8/layout/vList2"/>
    <dgm:cxn modelId="{B068614B-81FC-4E50-9F9E-31C366DC1326}" type="presParOf" srcId="{0F2D5E26-FDAF-48EB-A2CC-302B0804CD78}" destId="{B5F3BA38-379D-434E-9E89-4EA5461ADF24}" srcOrd="4" destOrd="0" presId="urn:microsoft.com/office/officeart/2005/8/layout/vList2"/>
    <dgm:cxn modelId="{F27FA8C5-2D6D-4DF7-B82E-E444DE25A6E9}" type="presParOf" srcId="{0F2D5E26-FDAF-48EB-A2CC-302B0804CD78}" destId="{6D5CF580-E841-4B1D-89B7-29584D5E2B0D}" srcOrd="5" destOrd="0" presId="urn:microsoft.com/office/officeart/2005/8/layout/vList2"/>
    <dgm:cxn modelId="{A69846E6-1A8B-4676-BCF7-4984B201AD6D}" type="presParOf" srcId="{0F2D5E26-FDAF-48EB-A2CC-302B0804CD78}" destId="{A068ACEE-4E4C-4234-A66E-5711808CF2B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B773E2A-4D58-4E2B-B6E2-FDFE6F1B5464}" type="doc">
      <dgm:prSet loTypeId="urn:microsoft.com/office/officeart/2005/8/layout/vList2" loCatId="list" qsTypeId="urn:microsoft.com/office/officeart/2005/8/quickstyle/3d1" qsCatId="3D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97800E4-8D7A-4C99-BDA7-878CD48EB26C}">
      <dgm:prSet/>
      <dgm:spPr/>
      <dgm:t>
        <a:bodyPr/>
        <a:lstStyle/>
        <a:p>
          <a:pPr algn="ctr"/>
          <a:r>
            <a:rPr lang="en-US"/>
            <a:t>Accounting Process</a:t>
          </a:r>
        </a:p>
      </dgm:t>
    </dgm:pt>
    <dgm:pt modelId="{E080DA1A-1E2E-4B59-8524-DCA036C034DE}" type="parTrans" cxnId="{C50DABA9-2B7E-40EA-9F56-97A978C0B562}">
      <dgm:prSet/>
      <dgm:spPr/>
      <dgm:t>
        <a:bodyPr/>
        <a:lstStyle/>
        <a:p>
          <a:endParaRPr lang="en-US"/>
        </a:p>
      </dgm:t>
    </dgm:pt>
    <dgm:pt modelId="{355C84ED-01AF-4643-A02F-05F96022958D}" type="sibTrans" cxnId="{C50DABA9-2B7E-40EA-9F56-97A978C0B562}">
      <dgm:prSet/>
      <dgm:spPr/>
      <dgm:t>
        <a:bodyPr/>
        <a:lstStyle/>
        <a:p>
          <a:endParaRPr lang="en-US"/>
        </a:p>
      </dgm:t>
    </dgm:pt>
    <dgm:pt modelId="{9F78A50D-A82C-4694-BDD1-AAD49F343062}" type="pres">
      <dgm:prSet presAssocID="{2B773E2A-4D58-4E2B-B6E2-FDFE6F1B5464}" presName="linear" presStyleCnt="0">
        <dgm:presLayoutVars>
          <dgm:animLvl val="lvl"/>
          <dgm:resizeHandles val="exact"/>
        </dgm:presLayoutVars>
      </dgm:prSet>
      <dgm:spPr/>
    </dgm:pt>
    <dgm:pt modelId="{B840D9D1-7F6C-4DB4-AE93-46B0CF7AB58B}" type="pres">
      <dgm:prSet presAssocID="{D97800E4-8D7A-4C99-BDA7-878CD48EB26C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B7BCD936-F529-49C5-BEF3-2841B338E220}" type="presOf" srcId="{2B773E2A-4D58-4E2B-B6E2-FDFE6F1B5464}" destId="{9F78A50D-A82C-4694-BDD1-AAD49F343062}" srcOrd="0" destOrd="0" presId="urn:microsoft.com/office/officeart/2005/8/layout/vList2"/>
    <dgm:cxn modelId="{E2EFA9A9-97F3-4396-BD2C-542BD0A51116}" type="presOf" srcId="{D97800E4-8D7A-4C99-BDA7-878CD48EB26C}" destId="{B840D9D1-7F6C-4DB4-AE93-46B0CF7AB58B}" srcOrd="0" destOrd="0" presId="urn:microsoft.com/office/officeart/2005/8/layout/vList2"/>
    <dgm:cxn modelId="{C50DABA9-2B7E-40EA-9F56-97A978C0B562}" srcId="{2B773E2A-4D58-4E2B-B6E2-FDFE6F1B5464}" destId="{D97800E4-8D7A-4C99-BDA7-878CD48EB26C}" srcOrd="0" destOrd="0" parTransId="{E080DA1A-1E2E-4B59-8524-DCA036C034DE}" sibTransId="{355C84ED-01AF-4643-A02F-05F96022958D}"/>
    <dgm:cxn modelId="{1E051F19-0420-4F1A-AFAE-8FFA68A0D1AE}" type="presParOf" srcId="{9F78A50D-A82C-4694-BDD1-AAD49F343062}" destId="{B840D9D1-7F6C-4DB4-AE93-46B0CF7AB58B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E4E6D0A-ED5E-4CA0-8D82-84EBEFA0451D}" type="doc">
      <dgm:prSet loTypeId="urn:microsoft.com/office/officeart/2005/8/layout/process1" loCatId="process" qsTypeId="urn:microsoft.com/office/officeart/2005/8/quickstyle/3d3" qsCatId="3D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B3CDE5AE-08A4-4B74-8C4D-74A4873165CA}">
      <dgm:prSet/>
      <dgm:spPr/>
      <dgm:t>
        <a:bodyPr/>
        <a:lstStyle/>
        <a:p>
          <a:r>
            <a:rPr lang="en-US" b="1" dirty="0"/>
            <a:t>Transaction</a:t>
          </a:r>
        </a:p>
      </dgm:t>
    </dgm:pt>
    <dgm:pt modelId="{4AEE0CC3-E93F-446D-BA80-E478A3461911}" type="parTrans" cxnId="{A99C6170-9475-482D-B375-724F4C6BFC90}">
      <dgm:prSet/>
      <dgm:spPr/>
      <dgm:t>
        <a:bodyPr/>
        <a:lstStyle/>
        <a:p>
          <a:endParaRPr lang="en-US" b="1"/>
        </a:p>
      </dgm:t>
    </dgm:pt>
    <dgm:pt modelId="{D6746404-A4C7-433A-82D4-E94BE57D0E17}" type="sibTrans" cxnId="{A99C6170-9475-482D-B375-724F4C6BFC90}">
      <dgm:prSet/>
      <dgm:spPr/>
      <dgm:t>
        <a:bodyPr/>
        <a:lstStyle/>
        <a:p>
          <a:endParaRPr lang="en-US" b="1"/>
        </a:p>
      </dgm:t>
    </dgm:pt>
    <dgm:pt modelId="{B0274498-42B5-45D3-8658-AC7EB5309EE2}">
      <dgm:prSet/>
      <dgm:spPr/>
      <dgm:t>
        <a:bodyPr/>
        <a:lstStyle/>
        <a:p>
          <a:r>
            <a:rPr lang="en-US" b="1" dirty="0"/>
            <a:t>Journal</a:t>
          </a:r>
        </a:p>
      </dgm:t>
    </dgm:pt>
    <dgm:pt modelId="{AB20AD06-2877-44F3-9C80-257D70C39B71}" type="parTrans" cxnId="{B35F0A05-C7B4-4FD1-A69C-B79B12232358}">
      <dgm:prSet/>
      <dgm:spPr/>
      <dgm:t>
        <a:bodyPr/>
        <a:lstStyle/>
        <a:p>
          <a:endParaRPr lang="en-US" b="1"/>
        </a:p>
      </dgm:t>
    </dgm:pt>
    <dgm:pt modelId="{8DB741FD-BE92-4D17-8638-ABBE8CF11CF1}" type="sibTrans" cxnId="{B35F0A05-C7B4-4FD1-A69C-B79B12232358}">
      <dgm:prSet/>
      <dgm:spPr/>
      <dgm:t>
        <a:bodyPr/>
        <a:lstStyle/>
        <a:p>
          <a:endParaRPr lang="en-US" b="1"/>
        </a:p>
      </dgm:t>
    </dgm:pt>
    <dgm:pt modelId="{12FD941A-9BA7-4A41-9CE0-BC6945D1B4A9}">
      <dgm:prSet/>
      <dgm:spPr/>
      <dgm:t>
        <a:bodyPr/>
        <a:lstStyle/>
        <a:p>
          <a:r>
            <a:rPr lang="en-US" b="1" dirty="0"/>
            <a:t>Ledger</a:t>
          </a:r>
        </a:p>
      </dgm:t>
    </dgm:pt>
    <dgm:pt modelId="{9B2D205D-5B59-4688-9915-4E2E05E85314}" type="parTrans" cxnId="{AA799F6A-176F-41EE-8BD6-F24A6DC28CBE}">
      <dgm:prSet/>
      <dgm:spPr/>
      <dgm:t>
        <a:bodyPr/>
        <a:lstStyle/>
        <a:p>
          <a:endParaRPr lang="en-US" b="1"/>
        </a:p>
      </dgm:t>
    </dgm:pt>
    <dgm:pt modelId="{8A9CB1E7-62D5-426A-BD06-3696D478A8E6}" type="sibTrans" cxnId="{AA799F6A-176F-41EE-8BD6-F24A6DC28CBE}">
      <dgm:prSet/>
      <dgm:spPr/>
      <dgm:t>
        <a:bodyPr/>
        <a:lstStyle/>
        <a:p>
          <a:endParaRPr lang="en-US" b="1"/>
        </a:p>
      </dgm:t>
    </dgm:pt>
    <dgm:pt modelId="{56259294-2756-416D-A504-6FA61FA27310}">
      <dgm:prSet/>
      <dgm:spPr/>
      <dgm:t>
        <a:bodyPr/>
        <a:lstStyle/>
        <a:p>
          <a:r>
            <a:rPr lang="en-US" b="1" dirty="0"/>
            <a:t>Trial Balance</a:t>
          </a:r>
        </a:p>
      </dgm:t>
    </dgm:pt>
    <dgm:pt modelId="{877EE154-B204-4F44-9FF0-A2C28A61522D}" type="parTrans" cxnId="{923A8DC2-875B-487F-A063-6F474A2D88FD}">
      <dgm:prSet/>
      <dgm:spPr/>
      <dgm:t>
        <a:bodyPr/>
        <a:lstStyle/>
        <a:p>
          <a:endParaRPr lang="en-US" b="1"/>
        </a:p>
      </dgm:t>
    </dgm:pt>
    <dgm:pt modelId="{F50C1008-206D-4C6A-95DE-1463613C272C}" type="sibTrans" cxnId="{923A8DC2-875B-487F-A063-6F474A2D88FD}">
      <dgm:prSet/>
      <dgm:spPr/>
      <dgm:t>
        <a:bodyPr/>
        <a:lstStyle/>
        <a:p>
          <a:endParaRPr lang="en-US" b="1"/>
        </a:p>
      </dgm:t>
    </dgm:pt>
    <dgm:pt modelId="{C31F9191-A5D5-4D4F-90E2-D4471CCC60B9}">
      <dgm:prSet/>
      <dgm:spPr/>
      <dgm:t>
        <a:bodyPr/>
        <a:lstStyle/>
        <a:p>
          <a:r>
            <a:rPr lang="en-US" b="1" dirty="0"/>
            <a:t>Final Accounts</a:t>
          </a:r>
        </a:p>
      </dgm:t>
    </dgm:pt>
    <dgm:pt modelId="{86ECB9EC-D9F0-4DE4-B8F5-5C03CF5733B2}" type="parTrans" cxnId="{5E6A9B33-0201-468D-AEC9-6A78932CA2B5}">
      <dgm:prSet/>
      <dgm:spPr/>
      <dgm:t>
        <a:bodyPr/>
        <a:lstStyle/>
        <a:p>
          <a:endParaRPr lang="en-US" b="1"/>
        </a:p>
      </dgm:t>
    </dgm:pt>
    <dgm:pt modelId="{0E42779E-FB9D-499A-BDF7-F859A0EF9883}" type="sibTrans" cxnId="{5E6A9B33-0201-468D-AEC9-6A78932CA2B5}">
      <dgm:prSet/>
      <dgm:spPr/>
      <dgm:t>
        <a:bodyPr/>
        <a:lstStyle/>
        <a:p>
          <a:endParaRPr lang="en-US" b="1"/>
        </a:p>
      </dgm:t>
    </dgm:pt>
    <dgm:pt modelId="{2346BBE8-B707-4F5E-8667-9FF488E19B14}" type="pres">
      <dgm:prSet presAssocID="{9E4E6D0A-ED5E-4CA0-8D82-84EBEFA0451D}" presName="Name0" presStyleCnt="0">
        <dgm:presLayoutVars>
          <dgm:dir/>
          <dgm:resizeHandles val="exact"/>
        </dgm:presLayoutVars>
      </dgm:prSet>
      <dgm:spPr/>
    </dgm:pt>
    <dgm:pt modelId="{CD5B8636-78AC-4794-BE91-8B05EF3EBF1B}" type="pres">
      <dgm:prSet presAssocID="{B3CDE5AE-08A4-4B74-8C4D-74A4873165CA}" presName="node" presStyleLbl="node1" presStyleIdx="0" presStyleCnt="5">
        <dgm:presLayoutVars>
          <dgm:bulletEnabled val="1"/>
        </dgm:presLayoutVars>
      </dgm:prSet>
      <dgm:spPr/>
    </dgm:pt>
    <dgm:pt modelId="{46165F31-CED9-4A75-96B0-DAAE1AD76ECC}" type="pres">
      <dgm:prSet presAssocID="{D6746404-A4C7-433A-82D4-E94BE57D0E17}" presName="sibTrans" presStyleLbl="sibTrans2D1" presStyleIdx="0" presStyleCnt="4"/>
      <dgm:spPr/>
    </dgm:pt>
    <dgm:pt modelId="{79D8A3A8-71DB-4410-B5C5-4CCCADB406D2}" type="pres">
      <dgm:prSet presAssocID="{D6746404-A4C7-433A-82D4-E94BE57D0E17}" presName="connectorText" presStyleLbl="sibTrans2D1" presStyleIdx="0" presStyleCnt="4"/>
      <dgm:spPr/>
    </dgm:pt>
    <dgm:pt modelId="{9EDF87D7-9D29-4933-94FE-E77686E22161}" type="pres">
      <dgm:prSet presAssocID="{B0274498-42B5-45D3-8658-AC7EB5309EE2}" presName="node" presStyleLbl="node1" presStyleIdx="1" presStyleCnt="5">
        <dgm:presLayoutVars>
          <dgm:bulletEnabled val="1"/>
        </dgm:presLayoutVars>
      </dgm:prSet>
      <dgm:spPr/>
    </dgm:pt>
    <dgm:pt modelId="{FF6274FD-BC34-4E1A-A06A-D0EEE1A65C1C}" type="pres">
      <dgm:prSet presAssocID="{8DB741FD-BE92-4D17-8638-ABBE8CF11CF1}" presName="sibTrans" presStyleLbl="sibTrans2D1" presStyleIdx="1" presStyleCnt="4"/>
      <dgm:spPr/>
    </dgm:pt>
    <dgm:pt modelId="{7DE646DD-4A9A-44BB-9E08-43061FC46CE6}" type="pres">
      <dgm:prSet presAssocID="{8DB741FD-BE92-4D17-8638-ABBE8CF11CF1}" presName="connectorText" presStyleLbl="sibTrans2D1" presStyleIdx="1" presStyleCnt="4"/>
      <dgm:spPr/>
    </dgm:pt>
    <dgm:pt modelId="{50849F34-DE9C-40AE-9329-DE1DAC9A59ED}" type="pres">
      <dgm:prSet presAssocID="{12FD941A-9BA7-4A41-9CE0-BC6945D1B4A9}" presName="node" presStyleLbl="node1" presStyleIdx="2" presStyleCnt="5">
        <dgm:presLayoutVars>
          <dgm:bulletEnabled val="1"/>
        </dgm:presLayoutVars>
      </dgm:prSet>
      <dgm:spPr/>
    </dgm:pt>
    <dgm:pt modelId="{8873BA24-9D39-45F2-8312-B8B0E6B760A1}" type="pres">
      <dgm:prSet presAssocID="{8A9CB1E7-62D5-426A-BD06-3696D478A8E6}" presName="sibTrans" presStyleLbl="sibTrans2D1" presStyleIdx="2" presStyleCnt="4"/>
      <dgm:spPr/>
    </dgm:pt>
    <dgm:pt modelId="{8199797E-1279-450C-AF0A-035B1539AD17}" type="pres">
      <dgm:prSet presAssocID="{8A9CB1E7-62D5-426A-BD06-3696D478A8E6}" presName="connectorText" presStyleLbl="sibTrans2D1" presStyleIdx="2" presStyleCnt="4"/>
      <dgm:spPr/>
    </dgm:pt>
    <dgm:pt modelId="{8DF1354B-EB49-4480-88C2-021FB05EC0DC}" type="pres">
      <dgm:prSet presAssocID="{56259294-2756-416D-A504-6FA61FA27310}" presName="node" presStyleLbl="node1" presStyleIdx="3" presStyleCnt="5">
        <dgm:presLayoutVars>
          <dgm:bulletEnabled val="1"/>
        </dgm:presLayoutVars>
      </dgm:prSet>
      <dgm:spPr/>
    </dgm:pt>
    <dgm:pt modelId="{7888E04E-211B-493F-AEAA-0E35675C6B3C}" type="pres">
      <dgm:prSet presAssocID="{F50C1008-206D-4C6A-95DE-1463613C272C}" presName="sibTrans" presStyleLbl="sibTrans2D1" presStyleIdx="3" presStyleCnt="4"/>
      <dgm:spPr/>
    </dgm:pt>
    <dgm:pt modelId="{5DF3BC17-2D9B-403E-B361-1E683EAE1133}" type="pres">
      <dgm:prSet presAssocID="{F50C1008-206D-4C6A-95DE-1463613C272C}" presName="connectorText" presStyleLbl="sibTrans2D1" presStyleIdx="3" presStyleCnt="4"/>
      <dgm:spPr/>
    </dgm:pt>
    <dgm:pt modelId="{FE324E2A-3461-413B-B7B0-BF63164EE914}" type="pres">
      <dgm:prSet presAssocID="{C31F9191-A5D5-4D4F-90E2-D4471CCC60B9}" presName="node" presStyleLbl="node1" presStyleIdx="4" presStyleCnt="5">
        <dgm:presLayoutVars>
          <dgm:bulletEnabled val="1"/>
        </dgm:presLayoutVars>
      </dgm:prSet>
      <dgm:spPr/>
    </dgm:pt>
  </dgm:ptLst>
  <dgm:cxnLst>
    <dgm:cxn modelId="{B35F0A05-C7B4-4FD1-A69C-B79B12232358}" srcId="{9E4E6D0A-ED5E-4CA0-8D82-84EBEFA0451D}" destId="{B0274498-42B5-45D3-8658-AC7EB5309EE2}" srcOrd="1" destOrd="0" parTransId="{AB20AD06-2877-44F3-9C80-257D70C39B71}" sibTransId="{8DB741FD-BE92-4D17-8638-ABBE8CF11CF1}"/>
    <dgm:cxn modelId="{7388CD17-8851-4CF9-8408-24FEF5D591AE}" type="presOf" srcId="{8DB741FD-BE92-4D17-8638-ABBE8CF11CF1}" destId="{7DE646DD-4A9A-44BB-9E08-43061FC46CE6}" srcOrd="1" destOrd="0" presId="urn:microsoft.com/office/officeart/2005/8/layout/process1"/>
    <dgm:cxn modelId="{89597832-B78B-4E30-BE99-682951E7831B}" type="presOf" srcId="{B0274498-42B5-45D3-8658-AC7EB5309EE2}" destId="{9EDF87D7-9D29-4933-94FE-E77686E22161}" srcOrd="0" destOrd="0" presId="urn:microsoft.com/office/officeart/2005/8/layout/process1"/>
    <dgm:cxn modelId="{5E6A9B33-0201-468D-AEC9-6A78932CA2B5}" srcId="{9E4E6D0A-ED5E-4CA0-8D82-84EBEFA0451D}" destId="{C31F9191-A5D5-4D4F-90E2-D4471CCC60B9}" srcOrd="4" destOrd="0" parTransId="{86ECB9EC-D9F0-4DE4-B8F5-5C03CF5733B2}" sibTransId="{0E42779E-FB9D-499A-BDF7-F859A0EF9883}"/>
    <dgm:cxn modelId="{4461D533-491D-4226-8638-B98D103090AD}" type="presOf" srcId="{8DB741FD-BE92-4D17-8638-ABBE8CF11CF1}" destId="{FF6274FD-BC34-4E1A-A06A-D0EEE1A65C1C}" srcOrd="0" destOrd="0" presId="urn:microsoft.com/office/officeart/2005/8/layout/process1"/>
    <dgm:cxn modelId="{238A9236-7D87-432B-A75C-3358961A9E13}" type="presOf" srcId="{9E4E6D0A-ED5E-4CA0-8D82-84EBEFA0451D}" destId="{2346BBE8-B707-4F5E-8667-9FF488E19B14}" srcOrd="0" destOrd="0" presId="urn:microsoft.com/office/officeart/2005/8/layout/process1"/>
    <dgm:cxn modelId="{EC419B5C-2804-451C-B1BF-EE5F4EBFBC24}" type="presOf" srcId="{D6746404-A4C7-433A-82D4-E94BE57D0E17}" destId="{46165F31-CED9-4A75-96B0-DAAE1AD76ECC}" srcOrd="0" destOrd="0" presId="urn:microsoft.com/office/officeart/2005/8/layout/process1"/>
    <dgm:cxn modelId="{AD497D5D-5E9A-4FA8-BEA2-6AC9A2286087}" type="presOf" srcId="{8A9CB1E7-62D5-426A-BD06-3696D478A8E6}" destId="{8873BA24-9D39-45F2-8312-B8B0E6B760A1}" srcOrd="0" destOrd="0" presId="urn:microsoft.com/office/officeart/2005/8/layout/process1"/>
    <dgm:cxn modelId="{A93D7C46-FF7C-427A-9443-5103E3E25FDE}" type="presOf" srcId="{56259294-2756-416D-A504-6FA61FA27310}" destId="{8DF1354B-EB49-4480-88C2-021FB05EC0DC}" srcOrd="0" destOrd="0" presId="urn:microsoft.com/office/officeart/2005/8/layout/process1"/>
    <dgm:cxn modelId="{F9CB8A6A-7D84-4AFC-A40B-B519F45077C5}" type="presOf" srcId="{F50C1008-206D-4C6A-95DE-1463613C272C}" destId="{5DF3BC17-2D9B-403E-B361-1E683EAE1133}" srcOrd="1" destOrd="0" presId="urn:microsoft.com/office/officeart/2005/8/layout/process1"/>
    <dgm:cxn modelId="{AA799F6A-176F-41EE-8BD6-F24A6DC28CBE}" srcId="{9E4E6D0A-ED5E-4CA0-8D82-84EBEFA0451D}" destId="{12FD941A-9BA7-4A41-9CE0-BC6945D1B4A9}" srcOrd="2" destOrd="0" parTransId="{9B2D205D-5B59-4688-9915-4E2E05E85314}" sibTransId="{8A9CB1E7-62D5-426A-BD06-3696D478A8E6}"/>
    <dgm:cxn modelId="{A99C6170-9475-482D-B375-724F4C6BFC90}" srcId="{9E4E6D0A-ED5E-4CA0-8D82-84EBEFA0451D}" destId="{B3CDE5AE-08A4-4B74-8C4D-74A4873165CA}" srcOrd="0" destOrd="0" parTransId="{4AEE0CC3-E93F-446D-BA80-E478A3461911}" sibTransId="{D6746404-A4C7-433A-82D4-E94BE57D0E17}"/>
    <dgm:cxn modelId="{9AB73B85-6D6C-4C64-94A4-F22C0CF1736B}" type="presOf" srcId="{C31F9191-A5D5-4D4F-90E2-D4471CCC60B9}" destId="{FE324E2A-3461-413B-B7B0-BF63164EE914}" srcOrd="0" destOrd="0" presId="urn:microsoft.com/office/officeart/2005/8/layout/process1"/>
    <dgm:cxn modelId="{129D649E-38C6-48D6-823A-84F34BEDFC1B}" type="presOf" srcId="{F50C1008-206D-4C6A-95DE-1463613C272C}" destId="{7888E04E-211B-493F-AEAA-0E35675C6B3C}" srcOrd="0" destOrd="0" presId="urn:microsoft.com/office/officeart/2005/8/layout/process1"/>
    <dgm:cxn modelId="{A61B6CB1-C1A0-4977-B65F-B42A610C1DE1}" type="presOf" srcId="{D6746404-A4C7-433A-82D4-E94BE57D0E17}" destId="{79D8A3A8-71DB-4410-B5C5-4CCCADB406D2}" srcOrd="1" destOrd="0" presId="urn:microsoft.com/office/officeart/2005/8/layout/process1"/>
    <dgm:cxn modelId="{816AC1B9-24CF-4CA7-9E53-2C68311673B3}" type="presOf" srcId="{B3CDE5AE-08A4-4B74-8C4D-74A4873165CA}" destId="{CD5B8636-78AC-4794-BE91-8B05EF3EBF1B}" srcOrd="0" destOrd="0" presId="urn:microsoft.com/office/officeart/2005/8/layout/process1"/>
    <dgm:cxn modelId="{923A8DC2-875B-487F-A063-6F474A2D88FD}" srcId="{9E4E6D0A-ED5E-4CA0-8D82-84EBEFA0451D}" destId="{56259294-2756-416D-A504-6FA61FA27310}" srcOrd="3" destOrd="0" parTransId="{877EE154-B204-4F44-9FF0-A2C28A61522D}" sibTransId="{F50C1008-206D-4C6A-95DE-1463613C272C}"/>
    <dgm:cxn modelId="{D3318BD8-D544-4E54-8734-72643D178E89}" type="presOf" srcId="{12FD941A-9BA7-4A41-9CE0-BC6945D1B4A9}" destId="{50849F34-DE9C-40AE-9329-DE1DAC9A59ED}" srcOrd="0" destOrd="0" presId="urn:microsoft.com/office/officeart/2005/8/layout/process1"/>
    <dgm:cxn modelId="{89E0DDF7-8DAB-4773-B97F-A47B621D1785}" type="presOf" srcId="{8A9CB1E7-62D5-426A-BD06-3696D478A8E6}" destId="{8199797E-1279-450C-AF0A-035B1539AD17}" srcOrd="1" destOrd="0" presId="urn:microsoft.com/office/officeart/2005/8/layout/process1"/>
    <dgm:cxn modelId="{0DF69970-5A08-420D-A7ED-2344B15B1F7D}" type="presParOf" srcId="{2346BBE8-B707-4F5E-8667-9FF488E19B14}" destId="{CD5B8636-78AC-4794-BE91-8B05EF3EBF1B}" srcOrd="0" destOrd="0" presId="urn:microsoft.com/office/officeart/2005/8/layout/process1"/>
    <dgm:cxn modelId="{418BAC28-3A5A-4BEF-9117-5BC87C84F8A6}" type="presParOf" srcId="{2346BBE8-B707-4F5E-8667-9FF488E19B14}" destId="{46165F31-CED9-4A75-96B0-DAAE1AD76ECC}" srcOrd="1" destOrd="0" presId="urn:microsoft.com/office/officeart/2005/8/layout/process1"/>
    <dgm:cxn modelId="{051F1002-0FE1-497B-AD94-8D3233A45A6D}" type="presParOf" srcId="{46165F31-CED9-4A75-96B0-DAAE1AD76ECC}" destId="{79D8A3A8-71DB-4410-B5C5-4CCCADB406D2}" srcOrd="0" destOrd="0" presId="urn:microsoft.com/office/officeart/2005/8/layout/process1"/>
    <dgm:cxn modelId="{DF88C348-6AD6-42BA-91F5-F2AAD827180B}" type="presParOf" srcId="{2346BBE8-B707-4F5E-8667-9FF488E19B14}" destId="{9EDF87D7-9D29-4933-94FE-E77686E22161}" srcOrd="2" destOrd="0" presId="urn:microsoft.com/office/officeart/2005/8/layout/process1"/>
    <dgm:cxn modelId="{6E684B52-86D3-41D2-BC0E-BF1622D7C83C}" type="presParOf" srcId="{2346BBE8-B707-4F5E-8667-9FF488E19B14}" destId="{FF6274FD-BC34-4E1A-A06A-D0EEE1A65C1C}" srcOrd="3" destOrd="0" presId="urn:microsoft.com/office/officeart/2005/8/layout/process1"/>
    <dgm:cxn modelId="{06E0E1BE-799B-496B-BC67-54E024D2D4CD}" type="presParOf" srcId="{FF6274FD-BC34-4E1A-A06A-D0EEE1A65C1C}" destId="{7DE646DD-4A9A-44BB-9E08-43061FC46CE6}" srcOrd="0" destOrd="0" presId="urn:microsoft.com/office/officeart/2005/8/layout/process1"/>
    <dgm:cxn modelId="{E31A2AEA-5433-4078-95E9-812992FCFADA}" type="presParOf" srcId="{2346BBE8-B707-4F5E-8667-9FF488E19B14}" destId="{50849F34-DE9C-40AE-9329-DE1DAC9A59ED}" srcOrd="4" destOrd="0" presId="urn:microsoft.com/office/officeart/2005/8/layout/process1"/>
    <dgm:cxn modelId="{09F509BD-0307-4200-B3FC-9D0D657833C2}" type="presParOf" srcId="{2346BBE8-B707-4F5E-8667-9FF488E19B14}" destId="{8873BA24-9D39-45F2-8312-B8B0E6B760A1}" srcOrd="5" destOrd="0" presId="urn:microsoft.com/office/officeart/2005/8/layout/process1"/>
    <dgm:cxn modelId="{B8E0CD96-FF58-4C31-A42A-F06D923ABC07}" type="presParOf" srcId="{8873BA24-9D39-45F2-8312-B8B0E6B760A1}" destId="{8199797E-1279-450C-AF0A-035B1539AD17}" srcOrd="0" destOrd="0" presId="urn:microsoft.com/office/officeart/2005/8/layout/process1"/>
    <dgm:cxn modelId="{3F3E8021-4271-4351-AC5D-ABF428CCA604}" type="presParOf" srcId="{2346BBE8-B707-4F5E-8667-9FF488E19B14}" destId="{8DF1354B-EB49-4480-88C2-021FB05EC0DC}" srcOrd="6" destOrd="0" presId="urn:microsoft.com/office/officeart/2005/8/layout/process1"/>
    <dgm:cxn modelId="{0303A0C9-3411-4DCF-9F2E-18315204864F}" type="presParOf" srcId="{2346BBE8-B707-4F5E-8667-9FF488E19B14}" destId="{7888E04E-211B-493F-AEAA-0E35675C6B3C}" srcOrd="7" destOrd="0" presId="urn:microsoft.com/office/officeart/2005/8/layout/process1"/>
    <dgm:cxn modelId="{AB0554A5-7B8B-44E2-BBBE-851A5080BEEB}" type="presParOf" srcId="{7888E04E-211B-493F-AEAA-0E35675C6B3C}" destId="{5DF3BC17-2D9B-403E-B361-1E683EAE1133}" srcOrd="0" destOrd="0" presId="urn:microsoft.com/office/officeart/2005/8/layout/process1"/>
    <dgm:cxn modelId="{629153CC-FAF8-470D-BAD3-A38A1A7CD6E7}" type="presParOf" srcId="{2346BBE8-B707-4F5E-8667-9FF488E19B14}" destId="{FE324E2A-3461-413B-B7B0-BF63164EE914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A6C78D2-BB20-4661-A10B-7743612076AE}" type="doc">
      <dgm:prSet loTypeId="urn:microsoft.com/office/officeart/2005/8/layout/vList2" loCatId="list" qsTypeId="urn:microsoft.com/office/officeart/2005/8/quickstyle/3d3" qsCatId="3D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FBE1100-29C3-4D17-9F1E-6AF964308225}">
      <dgm:prSet/>
      <dgm:spPr/>
      <dgm:t>
        <a:bodyPr/>
        <a:lstStyle/>
        <a:p>
          <a:pPr algn="ctr"/>
          <a:r>
            <a:rPr lang="en-US"/>
            <a:t>Ledger Purpose</a:t>
          </a:r>
        </a:p>
      </dgm:t>
    </dgm:pt>
    <dgm:pt modelId="{3E4C890E-439A-41A4-95A5-87FE2944EF69}" type="parTrans" cxnId="{4C7C845C-8461-4D77-9A8F-E71FA301D544}">
      <dgm:prSet/>
      <dgm:spPr/>
      <dgm:t>
        <a:bodyPr/>
        <a:lstStyle/>
        <a:p>
          <a:endParaRPr lang="en-US"/>
        </a:p>
      </dgm:t>
    </dgm:pt>
    <dgm:pt modelId="{1153803E-AD14-4132-913C-AD2C8231C044}" type="sibTrans" cxnId="{4C7C845C-8461-4D77-9A8F-E71FA301D544}">
      <dgm:prSet/>
      <dgm:spPr/>
      <dgm:t>
        <a:bodyPr/>
        <a:lstStyle/>
        <a:p>
          <a:endParaRPr lang="en-US"/>
        </a:p>
      </dgm:t>
    </dgm:pt>
    <dgm:pt modelId="{B85B239C-B5EE-4AD8-9E32-9CC6354146EB}" type="pres">
      <dgm:prSet presAssocID="{2A6C78D2-BB20-4661-A10B-7743612076AE}" presName="linear" presStyleCnt="0">
        <dgm:presLayoutVars>
          <dgm:animLvl val="lvl"/>
          <dgm:resizeHandles val="exact"/>
        </dgm:presLayoutVars>
      </dgm:prSet>
      <dgm:spPr/>
    </dgm:pt>
    <dgm:pt modelId="{8950B495-D464-40B2-A675-E7DC6699717E}" type="pres">
      <dgm:prSet presAssocID="{2FBE1100-29C3-4D17-9F1E-6AF964308225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4C7C845C-8461-4D77-9A8F-E71FA301D544}" srcId="{2A6C78D2-BB20-4661-A10B-7743612076AE}" destId="{2FBE1100-29C3-4D17-9F1E-6AF964308225}" srcOrd="0" destOrd="0" parTransId="{3E4C890E-439A-41A4-95A5-87FE2944EF69}" sibTransId="{1153803E-AD14-4132-913C-AD2C8231C044}"/>
    <dgm:cxn modelId="{46D6A04E-AC96-4758-A9BD-EC0EAC0093D4}" type="presOf" srcId="{2A6C78D2-BB20-4661-A10B-7743612076AE}" destId="{B85B239C-B5EE-4AD8-9E32-9CC6354146EB}" srcOrd="0" destOrd="0" presId="urn:microsoft.com/office/officeart/2005/8/layout/vList2"/>
    <dgm:cxn modelId="{E1F716A5-0B76-4DE9-BF63-4AF91453930D}" type="presOf" srcId="{2FBE1100-29C3-4D17-9F1E-6AF964308225}" destId="{8950B495-D464-40B2-A675-E7DC6699717E}" srcOrd="0" destOrd="0" presId="urn:microsoft.com/office/officeart/2005/8/layout/vList2"/>
    <dgm:cxn modelId="{813D8A19-FBC2-4C65-9181-D6B0A8BDE5A4}" type="presParOf" srcId="{B85B239C-B5EE-4AD8-9E32-9CC6354146EB}" destId="{8950B495-D464-40B2-A675-E7DC6699717E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BCA0A2-42D0-43B1-88B9-3D9315EE7B80}">
      <dsp:nvSpPr>
        <dsp:cNvPr id="0" name=""/>
        <dsp:cNvSpPr/>
      </dsp:nvSpPr>
      <dsp:spPr>
        <a:xfrm>
          <a:off x="0" y="132764"/>
          <a:ext cx="10018712" cy="148707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  <a:ln>
          <a:noFill/>
        </a:ln>
        <a:effectLst>
          <a:reflection blurRad="12700" stA="26000" endPos="32000" dist="12700" dir="5400000" sy="-100000" rotWithShape="0"/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36220" tIns="236220" rIns="236220" bIns="236220" numCol="1" spcCol="1270" anchor="ctr" anchorCtr="0">
          <a:noAutofit/>
        </a:bodyPr>
        <a:lstStyle/>
        <a:p>
          <a:pPr marL="0" lvl="0" indent="0" algn="l" defTabSz="2755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200" kern="1200" dirty="0"/>
            <a:t>Fundamentals of Accounting</a:t>
          </a:r>
        </a:p>
      </dsp:txBody>
      <dsp:txXfrm>
        <a:off x="72593" y="205357"/>
        <a:ext cx="9873526" cy="134188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083EA0-EEE8-463A-B581-DE6D68788E21}">
      <dsp:nvSpPr>
        <dsp:cNvPr id="0" name=""/>
        <dsp:cNvSpPr/>
      </dsp:nvSpPr>
      <dsp:spPr>
        <a:xfrm>
          <a:off x="0" y="0"/>
          <a:ext cx="100187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reflection blurRad="12700" stA="26000" endPos="32000" dist="12700" dir="5400000" sy="-100000" rotWithShape="0"/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930A4D3-1589-450C-A3C3-9EA13A1A3F3D}">
      <dsp:nvSpPr>
        <dsp:cNvPr id="0" name=""/>
        <dsp:cNvSpPr/>
      </dsp:nvSpPr>
      <dsp:spPr>
        <a:xfrm>
          <a:off x="0" y="0"/>
          <a:ext cx="10018712" cy="1562100"/>
        </a:xfrm>
        <a:prstGeom prst="rect">
          <a:avLst/>
        </a:prstGeom>
        <a:noFill/>
        <a:ln w="9525" cap="rnd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30" tIns="163830" rIns="163830" bIns="163830" numCol="1" spcCol="1270" anchor="t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/>
            <a:t>Types of Accounts | Golden Rules | Journal | Ledger | Trial Balance</a:t>
          </a:r>
        </a:p>
      </dsp:txBody>
      <dsp:txXfrm>
        <a:off x="0" y="0"/>
        <a:ext cx="10018712" cy="1562100"/>
      </dsp:txXfrm>
    </dsp:sp>
    <dsp:sp modelId="{E83C2F5F-0C87-429C-AA91-F9940FFC5E55}">
      <dsp:nvSpPr>
        <dsp:cNvPr id="0" name=""/>
        <dsp:cNvSpPr/>
      </dsp:nvSpPr>
      <dsp:spPr>
        <a:xfrm>
          <a:off x="0" y="1562100"/>
          <a:ext cx="100187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reflection blurRad="12700" stA="26000" endPos="32000" dist="12700" dir="5400000" sy="-100000" rotWithShape="0"/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24816C6-7ADB-480D-A05E-45A2B1F94512}">
      <dsp:nvSpPr>
        <dsp:cNvPr id="0" name=""/>
        <dsp:cNvSpPr/>
      </dsp:nvSpPr>
      <dsp:spPr>
        <a:xfrm>
          <a:off x="0" y="1562100"/>
          <a:ext cx="10018712" cy="1562100"/>
        </a:xfrm>
        <a:prstGeom prst="rect">
          <a:avLst/>
        </a:prstGeom>
        <a:noFill/>
        <a:ln w="9525" cap="rnd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30" tIns="163830" rIns="163830" bIns="163830" numCol="1" spcCol="1270" anchor="t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Prepared by: RSP Education</a:t>
          </a:r>
        </a:p>
      </dsp:txBody>
      <dsp:txXfrm>
        <a:off x="0" y="1562100"/>
        <a:ext cx="10018712" cy="15621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2A4109-0787-48B4-8CEB-F62627817BAA}">
      <dsp:nvSpPr>
        <dsp:cNvPr id="0" name=""/>
        <dsp:cNvSpPr/>
      </dsp:nvSpPr>
      <dsp:spPr>
        <a:xfrm>
          <a:off x="0" y="96786"/>
          <a:ext cx="10018712" cy="15590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reflection blurRad="12700" stA="26000" endPos="32000" dist="12700" dir="5400000" sy="-100000" rotWithShape="0"/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Course Objectives</a:t>
          </a:r>
        </a:p>
      </dsp:txBody>
      <dsp:txXfrm>
        <a:off x="76105" y="172891"/>
        <a:ext cx="9866502" cy="140681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584271-2685-43A6-997A-3D8B4B9EC0E9}">
      <dsp:nvSpPr>
        <dsp:cNvPr id="0" name=""/>
        <dsp:cNvSpPr/>
      </dsp:nvSpPr>
      <dsp:spPr>
        <a:xfrm>
          <a:off x="0" y="45690"/>
          <a:ext cx="10018712" cy="69556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reflection blurRad="12700" stA="26000" endPos="32000" dist="12700" dir="5400000" sy="-100000" rotWithShape="0"/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• Basics of Accounting</a:t>
          </a:r>
        </a:p>
      </dsp:txBody>
      <dsp:txXfrm>
        <a:off x="33955" y="79645"/>
        <a:ext cx="9950802" cy="627655"/>
      </dsp:txXfrm>
    </dsp:sp>
    <dsp:sp modelId="{E42CEB23-A849-42AA-820A-610C8A1D137F}">
      <dsp:nvSpPr>
        <dsp:cNvPr id="0" name=""/>
        <dsp:cNvSpPr/>
      </dsp:nvSpPr>
      <dsp:spPr>
        <a:xfrm>
          <a:off x="0" y="824775"/>
          <a:ext cx="10018712" cy="69556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reflection blurRad="12700" stA="26000" endPos="32000" dist="12700" dir="5400000" sy="-100000" rotWithShape="0"/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• Types of Accounts</a:t>
          </a:r>
        </a:p>
      </dsp:txBody>
      <dsp:txXfrm>
        <a:off x="33955" y="858730"/>
        <a:ext cx="9950802" cy="627655"/>
      </dsp:txXfrm>
    </dsp:sp>
    <dsp:sp modelId="{B5F3BA38-379D-434E-9E89-4EA5461ADF24}">
      <dsp:nvSpPr>
        <dsp:cNvPr id="0" name=""/>
        <dsp:cNvSpPr/>
      </dsp:nvSpPr>
      <dsp:spPr>
        <a:xfrm>
          <a:off x="0" y="1603860"/>
          <a:ext cx="10018712" cy="69556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reflection blurRad="12700" stA="26000" endPos="32000" dist="12700" dir="5400000" sy="-100000" rotWithShape="0"/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• Debit &amp; Credit Rules</a:t>
          </a:r>
        </a:p>
      </dsp:txBody>
      <dsp:txXfrm>
        <a:off x="33955" y="1637815"/>
        <a:ext cx="9950802" cy="627655"/>
      </dsp:txXfrm>
    </dsp:sp>
    <dsp:sp modelId="{A068ACEE-4E4C-4234-A66E-5711808CF2B1}">
      <dsp:nvSpPr>
        <dsp:cNvPr id="0" name=""/>
        <dsp:cNvSpPr/>
      </dsp:nvSpPr>
      <dsp:spPr>
        <a:xfrm>
          <a:off x="0" y="2382945"/>
          <a:ext cx="10018712" cy="69556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reflection blurRad="12700" stA="26000" endPos="32000" dist="12700" dir="5400000" sy="-100000" rotWithShape="0"/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• Journal, Ledger &amp; Trial Balance</a:t>
          </a:r>
        </a:p>
      </dsp:txBody>
      <dsp:txXfrm>
        <a:off x="33955" y="2416900"/>
        <a:ext cx="9950802" cy="62765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40D9D1-7F6C-4DB4-AE93-46B0CF7AB58B}">
      <dsp:nvSpPr>
        <dsp:cNvPr id="0" name=""/>
        <dsp:cNvSpPr/>
      </dsp:nvSpPr>
      <dsp:spPr>
        <a:xfrm>
          <a:off x="0" y="96786"/>
          <a:ext cx="10018712" cy="155902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  <a:ln>
          <a:noFill/>
        </a:ln>
        <a:effectLst>
          <a:reflection blurRad="12700" stA="26000" endPos="32000" dist="12700" dir="5400000" sy="-100000" rotWithShape="0"/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Accounting Process</a:t>
          </a:r>
        </a:p>
      </dsp:txBody>
      <dsp:txXfrm>
        <a:off x="76105" y="172891"/>
        <a:ext cx="9866502" cy="140681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5B8636-78AC-4794-BE91-8B05EF3EBF1B}">
      <dsp:nvSpPr>
        <dsp:cNvPr id="0" name=""/>
        <dsp:cNvSpPr/>
      </dsp:nvSpPr>
      <dsp:spPr>
        <a:xfrm>
          <a:off x="4891" y="1107149"/>
          <a:ext cx="1516504" cy="9099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reflection blurRad="12700" stA="26000" endPos="32000" dist="12700" dir="5400000" sy="-100000" rotWithShape="0"/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Transaction</a:t>
          </a:r>
        </a:p>
      </dsp:txBody>
      <dsp:txXfrm>
        <a:off x="31541" y="1133799"/>
        <a:ext cx="1463204" cy="856602"/>
      </dsp:txXfrm>
    </dsp:sp>
    <dsp:sp modelId="{46165F31-CED9-4A75-96B0-DAAE1AD76ECC}">
      <dsp:nvSpPr>
        <dsp:cNvPr id="0" name=""/>
        <dsp:cNvSpPr/>
      </dsp:nvSpPr>
      <dsp:spPr>
        <a:xfrm>
          <a:off x="1673046" y="1374053"/>
          <a:ext cx="321498" cy="376093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b="1" kern="1200"/>
        </a:p>
      </dsp:txBody>
      <dsp:txXfrm>
        <a:off x="1673046" y="1449272"/>
        <a:ext cx="225049" cy="225655"/>
      </dsp:txXfrm>
    </dsp:sp>
    <dsp:sp modelId="{9EDF87D7-9D29-4933-94FE-E77686E22161}">
      <dsp:nvSpPr>
        <dsp:cNvPr id="0" name=""/>
        <dsp:cNvSpPr/>
      </dsp:nvSpPr>
      <dsp:spPr>
        <a:xfrm>
          <a:off x="2127998" y="1107149"/>
          <a:ext cx="1516504" cy="90990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reflection blurRad="12700" stA="26000" endPos="32000" dist="12700" dir="5400000" sy="-100000" rotWithShape="0"/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Journal</a:t>
          </a:r>
        </a:p>
      </dsp:txBody>
      <dsp:txXfrm>
        <a:off x="2154648" y="1133799"/>
        <a:ext cx="1463204" cy="856602"/>
      </dsp:txXfrm>
    </dsp:sp>
    <dsp:sp modelId="{FF6274FD-BC34-4E1A-A06A-D0EEE1A65C1C}">
      <dsp:nvSpPr>
        <dsp:cNvPr id="0" name=""/>
        <dsp:cNvSpPr/>
      </dsp:nvSpPr>
      <dsp:spPr>
        <a:xfrm>
          <a:off x="3796152" y="1374053"/>
          <a:ext cx="321498" cy="376093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b="1" kern="1200"/>
        </a:p>
      </dsp:txBody>
      <dsp:txXfrm>
        <a:off x="3796152" y="1449272"/>
        <a:ext cx="225049" cy="225655"/>
      </dsp:txXfrm>
    </dsp:sp>
    <dsp:sp modelId="{50849F34-DE9C-40AE-9329-DE1DAC9A59ED}">
      <dsp:nvSpPr>
        <dsp:cNvPr id="0" name=""/>
        <dsp:cNvSpPr/>
      </dsp:nvSpPr>
      <dsp:spPr>
        <a:xfrm>
          <a:off x="4251104" y="1107149"/>
          <a:ext cx="1516504" cy="90990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reflection blurRad="12700" stA="26000" endPos="32000" dist="12700" dir="5400000" sy="-100000" rotWithShape="0"/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Ledger</a:t>
          </a:r>
        </a:p>
      </dsp:txBody>
      <dsp:txXfrm>
        <a:off x="4277754" y="1133799"/>
        <a:ext cx="1463204" cy="856602"/>
      </dsp:txXfrm>
    </dsp:sp>
    <dsp:sp modelId="{8873BA24-9D39-45F2-8312-B8B0E6B760A1}">
      <dsp:nvSpPr>
        <dsp:cNvPr id="0" name=""/>
        <dsp:cNvSpPr/>
      </dsp:nvSpPr>
      <dsp:spPr>
        <a:xfrm>
          <a:off x="5919259" y="1374053"/>
          <a:ext cx="321498" cy="376093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b="1" kern="1200"/>
        </a:p>
      </dsp:txBody>
      <dsp:txXfrm>
        <a:off x="5919259" y="1449272"/>
        <a:ext cx="225049" cy="225655"/>
      </dsp:txXfrm>
    </dsp:sp>
    <dsp:sp modelId="{8DF1354B-EB49-4480-88C2-021FB05EC0DC}">
      <dsp:nvSpPr>
        <dsp:cNvPr id="0" name=""/>
        <dsp:cNvSpPr/>
      </dsp:nvSpPr>
      <dsp:spPr>
        <a:xfrm>
          <a:off x="6374210" y="1107149"/>
          <a:ext cx="1516504" cy="90990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>
          <a:reflection blurRad="12700" stA="26000" endPos="32000" dist="12700" dir="5400000" sy="-100000" rotWithShape="0"/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Trial Balance</a:t>
          </a:r>
        </a:p>
      </dsp:txBody>
      <dsp:txXfrm>
        <a:off x="6400860" y="1133799"/>
        <a:ext cx="1463204" cy="856602"/>
      </dsp:txXfrm>
    </dsp:sp>
    <dsp:sp modelId="{7888E04E-211B-493F-AEAA-0E35675C6B3C}">
      <dsp:nvSpPr>
        <dsp:cNvPr id="0" name=""/>
        <dsp:cNvSpPr/>
      </dsp:nvSpPr>
      <dsp:spPr>
        <a:xfrm>
          <a:off x="8042365" y="1374053"/>
          <a:ext cx="321498" cy="376093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b="1" kern="1200"/>
        </a:p>
      </dsp:txBody>
      <dsp:txXfrm>
        <a:off x="8042365" y="1449272"/>
        <a:ext cx="225049" cy="225655"/>
      </dsp:txXfrm>
    </dsp:sp>
    <dsp:sp modelId="{FE324E2A-3461-413B-B7B0-BF63164EE914}">
      <dsp:nvSpPr>
        <dsp:cNvPr id="0" name=""/>
        <dsp:cNvSpPr/>
      </dsp:nvSpPr>
      <dsp:spPr>
        <a:xfrm>
          <a:off x="8497316" y="1107149"/>
          <a:ext cx="1516504" cy="909902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>
          <a:reflection blurRad="12700" stA="26000" endPos="32000" dist="12700" dir="5400000" sy="-100000" rotWithShape="0"/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Final Accounts</a:t>
          </a:r>
        </a:p>
      </dsp:txBody>
      <dsp:txXfrm>
        <a:off x="8523966" y="1133799"/>
        <a:ext cx="1463204" cy="85660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50B495-D464-40B2-A675-E7DC6699717E}">
      <dsp:nvSpPr>
        <dsp:cNvPr id="0" name=""/>
        <dsp:cNvSpPr/>
      </dsp:nvSpPr>
      <dsp:spPr>
        <a:xfrm>
          <a:off x="0" y="96786"/>
          <a:ext cx="10018712" cy="15590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reflection blurRad="12700" stA="26000" endPos="32000" dist="12700" dir="5400000" sy="-100000" rotWithShape="0"/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Ledger Purpose</a:t>
          </a:r>
        </a:p>
      </dsp:txBody>
      <dsp:txXfrm>
        <a:off x="76105" y="172891"/>
        <a:ext cx="9866502" cy="14068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593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632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528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748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387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446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992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1610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636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088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6576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3003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3229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5726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3383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3478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120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4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.xml"/><Relationship Id="rId3" Type="http://schemas.openxmlformats.org/officeDocument/2006/relationships/diagramLayout" Target="../diagrams/layout5.xml"/><Relationship Id="rId7" Type="http://schemas.openxmlformats.org/officeDocument/2006/relationships/diagramData" Target="../diagrams/data6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11" Type="http://schemas.microsoft.com/office/2007/relationships/diagramDrawing" Target="../diagrams/drawing6.xml"/><Relationship Id="rId5" Type="http://schemas.openxmlformats.org/officeDocument/2006/relationships/diagramColors" Target="../diagrams/colors5.xml"/><Relationship Id="rId10" Type="http://schemas.openxmlformats.org/officeDocument/2006/relationships/diagramColors" Target="../diagrams/colors6.xml"/><Relationship Id="rId4" Type="http://schemas.openxmlformats.org/officeDocument/2006/relationships/diagramQuickStyle" Target="../diagrams/quickStyle5.xml"/><Relationship Id="rId9" Type="http://schemas.openxmlformats.org/officeDocument/2006/relationships/diagramQuickStyle" Target="../diagrams/quickStyl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F2E9516-595A-B445-0210-D0407311C0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78349606"/>
              </p:ext>
            </p:extLst>
          </p:nvPr>
        </p:nvGraphicFramePr>
        <p:xfrm>
          <a:off x="1484311" y="685800"/>
          <a:ext cx="10018713" cy="17525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739DFE4-5150-19BA-6D55-6E2944C8FB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5998873"/>
              </p:ext>
            </p:extLst>
          </p:nvPr>
        </p:nvGraphicFramePr>
        <p:xfrm>
          <a:off x="1484310" y="2666999"/>
          <a:ext cx="10018713" cy="3124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212140EE-1D1A-893B-8283-446555EA75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94863110"/>
              </p:ext>
            </p:extLst>
          </p:nvPr>
        </p:nvGraphicFramePr>
        <p:xfrm>
          <a:off x="1484311" y="685800"/>
          <a:ext cx="10018713" cy="17525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2782D24-3B8F-995B-FFB7-BB758BDC6E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4745968"/>
              </p:ext>
            </p:extLst>
          </p:nvPr>
        </p:nvGraphicFramePr>
        <p:xfrm>
          <a:off x="1484310" y="2666999"/>
          <a:ext cx="10018713" cy="3124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is Accounting?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Process of recording financial transactions</a:t>
            </a:r>
          </a:p>
          <a:p>
            <a:r>
              <a:t>Shows profit, loss &amp; financial position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Accounting?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Business performance</a:t>
            </a:r>
          </a:p>
          <a:p>
            <a:r>
              <a:t>• Expense control</a:t>
            </a:r>
          </a:p>
          <a:p>
            <a:r>
              <a:t>• Tax &amp; legal use</a:t>
            </a:r>
          </a:p>
          <a:p>
            <a:r>
              <a:t>• Decision making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Accounting?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Daily transactions</a:t>
            </a:r>
          </a:p>
          <a:p>
            <a:r>
              <a:t>• Monthly &amp; yearly reports</a:t>
            </a:r>
          </a:p>
          <a:p>
            <a:r>
              <a:t>• Audit &amp; taxation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0BBE6B29-0CB6-3B5C-A3CA-F7F491BCDF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37324860"/>
              </p:ext>
            </p:extLst>
          </p:nvPr>
        </p:nvGraphicFramePr>
        <p:xfrm>
          <a:off x="1484311" y="685800"/>
          <a:ext cx="10018713" cy="17525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CE8CABE-8B4C-6DEE-0EB0-F1CD05CF6A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6992265"/>
              </p:ext>
            </p:extLst>
          </p:nvPr>
        </p:nvGraphicFramePr>
        <p:xfrm>
          <a:off x="1484310" y="2666999"/>
          <a:ext cx="10018713" cy="3124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Accounts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Personal Account</a:t>
            </a:r>
          </a:p>
          <a:p>
            <a:r>
              <a:t>• Real Account</a:t>
            </a:r>
          </a:p>
          <a:p>
            <a:r>
              <a:t>• Nominal Account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Personal Account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Rule: Debit Receiver, Credit Giver</a:t>
            </a:r>
          </a:p>
          <a:p>
            <a:r>
              <a:t>Examples: Ram, Bank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 Account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Rule: Debit what comes in</a:t>
            </a:r>
          </a:p>
          <a:p>
            <a:r>
              <a:t>Credit what goes out</a:t>
            </a:r>
          </a:p>
          <a:p>
            <a:r>
              <a:t>Examples: Cash, Furniture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Nominal Account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Rule: Debit expenses</a:t>
            </a:r>
          </a:p>
          <a:p>
            <a:r>
              <a:t>Credit incomes</a:t>
            </a:r>
          </a:p>
          <a:p>
            <a:r>
              <a:t>Examples: Rent, Salary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Golden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Personal, Real &amp; Nominal account rules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Debit &amp; Credit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Debit = Left side</a:t>
            </a:r>
          </a:p>
          <a:p>
            <a:r>
              <a:t>Credit = Right side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Journal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Book of original entry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Journal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Salary A/c Dr 5000</a:t>
            </a:r>
          </a:p>
          <a:p>
            <a:r>
              <a:t> To Cash A/c 5000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Ledger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Principal book of accounts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24A6612F-ECAE-DA91-0C0E-25B3BA2CB8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46776435"/>
              </p:ext>
            </p:extLst>
          </p:nvPr>
        </p:nvGraphicFramePr>
        <p:xfrm>
          <a:off x="1484311" y="685800"/>
          <a:ext cx="10018713" cy="17525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Know individual account balance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Trial Balance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Statement of ledger balances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Trial Balance 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Accuracy check</a:t>
            </a:r>
          </a:p>
          <a:p>
            <a:r>
              <a:t>Base for final accounts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Journal → Ledger → Trial Balance</a:t>
            </a:r>
          </a:p>
          <a:p>
            <a:r>
              <a:t>Accounting made simple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139</TotalTime>
  <Words>232</Words>
  <Application>Microsoft Office PowerPoint</Application>
  <PresentationFormat>Widescreen</PresentationFormat>
  <Paragraphs>63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Corbel</vt:lpstr>
      <vt:lpstr>Parallax</vt:lpstr>
      <vt:lpstr>PowerPoint Presentation</vt:lpstr>
      <vt:lpstr>PowerPoint Presentation</vt:lpstr>
      <vt:lpstr>What is Accounting?</vt:lpstr>
      <vt:lpstr>Why Accounting?</vt:lpstr>
      <vt:lpstr>When Accounting?</vt:lpstr>
      <vt:lpstr>PowerPoint Presentation</vt:lpstr>
      <vt:lpstr>Types of Accounts</vt:lpstr>
      <vt:lpstr>Personal Account</vt:lpstr>
      <vt:lpstr>Real Account</vt:lpstr>
      <vt:lpstr>Nominal Account</vt:lpstr>
      <vt:lpstr>Golden Rules</vt:lpstr>
      <vt:lpstr>Debit &amp; Credit</vt:lpstr>
      <vt:lpstr>Journal</vt:lpstr>
      <vt:lpstr>Journal Example</vt:lpstr>
      <vt:lpstr>Ledger</vt:lpstr>
      <vt:lpstr>PowerPoint Presentation</vt:lpstr>
      <vt:lpstr>Trial Balance</vt:lpstr>
      <vt:lpstr>Trial Balance Purpose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Rangaswamy RSP</cp:lastModifiedBy>
  <cp:revision>2</cp:revision>
  <dcterms:created xsi:type="dcterms:W3CDTF">2013-01-27T09:14:16Z</dcterms:created>
  <dcterms:modified xsi:type="dcterms:W3CDTF">2025-12-24T18:43:10Z</dcterms:modified>
  <cp:category/>
</cp:coreProperties>
</file>