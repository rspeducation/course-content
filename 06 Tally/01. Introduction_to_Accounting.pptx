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Accounting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Accounting is the process of recording, classifying, summarizing and interpreting business transactions.</a:t>
            </a:r>
          </a:p>
          <a:p/>
          <a:p>
            <a:r>
              <a:t>Example: Buying goods for ₹10,000 and selling for ₹15,000 shows profit ₹5,000.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Meaning of Accounting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Accounting is the language of business.</a:t>
            </a:r>
          </a:p>
          <a:p>
            <a:r>
              <a:t>It shows income, expenses, profit or loss and financial position.</a:t>
            </a:r>
          </a:p>
          <a:p/>
          <a:p>
            <a:r>
              <a:t>Example: Shop records sales, rent, electricity bills.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 of Accounting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Maintain systematic records</a:t>
            </a:r>
          </a:p>
          <a:p>
            <a:r>
              <a:t>• Calculate profit or loss</a:t>
            </a:r>
          </a:p>
          <a:p>
            <a:r>
              <a:t>• Know financial position</a:t>
            </a:r>
          </a:p>
          <a:p>
            <a:r>
              <a:t>• Help management decisions</a:t>
            </a:r>
          </a:p>
          <a:p>
            <a:r>
              <a:t>• Prevent frauds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Types of Accounting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Financial Accounting</a:t>
            </a:r>
          </a:p>
          <a:p>
            <a:r>
              <a:t>• Cost Accounting</a:t>
            </a:r>
          </a:p>
          <a:p>
            <a:r>
              <a:t>• Management Accounting</a:t>
            </a:r>
          </a:p>
          <a:p>
            <a:r>
              <a:t>• Tax Accounting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Financial Accounting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Records all transactions and prepares final accounts.</a:t>
            </a:r>
          </a:p>
          <a:p/>
          <a:p>
            <a:r>
              <a:t>Example: Balance Sheet prepared for bank loan.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Cost Accounting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Helps calculate and control cost of production.</a:t>
            </a:r>
          </a:p>
          <a:p/>
          <a:p>
            <a:r>
              <a:t>Example: Cost per shirt in garment factory.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Management Accounting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Helps management in planning and decision making.</a:t>
            </a:r>
          </a:p>
          <a:p/>
          <a:p>
            <a:r>
              <a:t>Example: Decision to open new branch.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Tax Accounting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Used to calculate tax liability.</a:t>
            </a:r>
          </a:p>
          <a:p/>
          <a:p>
            <a:r>
              <a:t>Example: Filing Income Tax Return.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Accounting Concepts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Basic rules and assumptions followed in accounting.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Entity Concept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Business and owner are separate.</a:t>
            </a:r>
          </a:p>
          <a:p/>
          <a:p>
            <a:r>
              <a:t>Example: Owner’s personal expenses not business expense.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Money Measurement Concept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Only monetary transactions are recorded.</a:t>
            </a:r>
          </a:p>
          <a:p/>
          <a:p>
            <a:r>
              <a:t>Example: Employee honesty not recorded.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Going Concern Concept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Business will continue for long time.</a:t>
            </a:r>
          </a:p>
          <a:p/>
          <a:p>
            <a:r>
              <a:t>Example: Machinery depreciated over years.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Dual Aspect Concept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Every transaction has two effects.</a:t>
            </a:r>
          </a:p>
          <a:p/>
          <a:p>
            <a:r>
              <a:t>Example: Capital introduced increases cash and capital.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Accrual Concept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Income and expenses recorded when they occur.</a:t>
            </a:r>
          </a:p>
          <a:p/>
          <a:p>
            <a:r>
              <a:t>Example: Salary payable recorded even if unpaid.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Accounting Conventions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Traditional practices followed in accounting.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Conservatism Convention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Anticipate losses, not profits.</a:t>
            </a:r>
          </a:p>
          <a:p/>
          <a:p>
            <a:r>
              <a:t>Example: Stock valued at lower of cost or market price.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Consistency Convention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Same accounting method every year.</a:t>
            </a:r>
          </a:p>
          <a:p/>
          <a:p>
            <a:r>
              <a:t>Example: Same depreciation method followed.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Full Disclosure Convention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All material information must be disclosed.</a:t>
            </a:r>
          </a:p>
          <a:p/>
          <a:p>
            <a:r>
              <a:t>Example: Loans shown separately.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Accounting Standards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Rules to ensure uniformity in accounting.</a:t>
            </a:r>
          </a:p>
          <a:p>
            <a:r>
              <a:t>Issued by ICAI in India.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 of Accounting Standards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Uniformity</a:t>
            </a:r>
          </a:p>
          <a:p>
            <a:r>
              <a:t>• Reliability</a:t>
            </a:r>
          </a:p>
          <a:p>
            <a:r>
              <a:t>• Comparability</a:t>
            </a:r>
          </a:p>
          <a:p>
            <a:r>
              <a:t>• Transparency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